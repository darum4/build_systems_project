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94" r:id="rId4"/>
    <p:sldId id="258" r:id="rId5"/>
    <p:sldId id="264" r:id="rId6"/>
    <p:sldId id="261" r:id="rId7"/>
    <p:sldId id="267" r:id="rId8"/>
    <p:sldId id="269" r:id="rId9"/>
    <p:sldId id="270" r:id="rId10"/>
    <p:sldId id="272" r:id="rId11"/>
    <p:sldId id="271" r:id="rId12"/>
    <p:sldId id="273" r:id="rId13"/>
    <p:sldId id="276" r:id="rId14"/>
    <p:sldId id="278" r:id="rId15"/>
    <p:sldId id="280" r:id="rId16"/>
    <p:sldId id="282" r:id="rId17"/>
    <p:sldId id="279" r:id="rId18"/>
    <p:sldId id="284" r:id="rId19"/>
    <p:sldId id="285" r:id="rId20"/>
    <p:sldId id="286" r:id="rId21"/>
    <p:sldId id="288" r:id="rId22"/>
    <p:sldId id="291" r:id="rId23"/>
    <p:sldId id="293" r:id="rId24"/>
    <p:sldId id="259" r:id="rId25"/>
    <p:sldId id="268" r:id="rId26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Ubuntu" panose="020B0504030602030204" pitchFamily="34" charset="0"/>
      <p:regular r:id="rId33"/>
      <p:italic r:id="rId34"/>
    </p:embeddedFont>
    <p:embeddedFont>
      <p:font typeface="Ubuntu Light" panose="020B0304030602030204" pitchFamily="3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9A9"/>
    <a:srgbClr val="35B9DD"/>
    <a:srgbClr val="1A66C9"/>
    <a:srgbClr val="1D3462"/>
    <a:srgbClr val="16284E"/>
    <a:srgbClr val="35B8DD"/>
    <a:srgbClr val="86C829"/>
    <a:srgbClr val="FAE8DD"/>
    <a:srgbClr val="D75F0B"/>
    <a:srgbClr val="4E13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60"/>
  </p:normalViewPr>
  <p:slideViewPr>
    <p:cSldViewPr snapToGrid="0">
      <p:cViewPr>
        <p:scale>
          <a:sx n="33" d="100"/>
          <a:sy n="33" d="100"/>
        </p:scale>
        <p:origin x="2640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DFB4-8BD1-43FC-BB67-ECF231CF2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F5F57-8413-4C88-A4DF-C47C0F173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1F5A0-F1D8-4A1F-ACAB-8892437A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BB6E2-BB94-43DC-A9B6-C675862F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D5584-2730-4F95-B52D-26E67C21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6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AF7C-4DDE-47E5-A380-0321F872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0941-7841-445C-B85C-E4CDD4E71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DBDF-9F3F-4CD0-8F08-8F106EAD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BDCD7-F04C-48B1-92BB-20DDFC1E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19E8E-D46B-48C6-9D17-E14067EB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7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8B29-6F2F-40A0-8600-4A03EB66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DA1AC-85C6-413D-85EE-E80D2CB9B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98D0A-6E5C-4379-AAC2-5CF37CD3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423E6-5845-45DD-8325-FE5540B3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F762E-BB05-4F18-8D28-685263AB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9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1881-01A8-4993-A92E-89C0DE2E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03D8F-88BE-4A20-9B9D-BBF7EAD9F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431CC-3998-4BAC-A470-7A6BDCA70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E7869-C843-4FC1-9E3E-E7464D032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E109F-09F7-4034-81BB-76583982B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14D9F-5227-44DD-8CA5-219D5218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7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E602-BC5A-4A2D-B644-92C72437D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DD5F1-01F0-4C9C-BE57-ED052B09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F5F59-8646-4784-A186-E4F4B7A58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FB63A-FA44-4A53-83FC-F464CF9C0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8F5779-1343-45A9-B556-2370BAC23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BF723-4456-4145-873E-010AE555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B4135-FD2C-4DB8-A666-A147504B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EFC8C-A8C5-4EFB-B53B-190A13E7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3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754B-0602-4ED9-9564-9C22604F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3106E-B80B-42EA-95D4-7E6290BA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88F1F-22E5-4C3E-90B2-BA1EA7125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3483C-A73F-4C91-9D9A-55DAD9EE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04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DE6FC-3BE5-42BE-BDDB-A65C55CE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F53A7-2993-43E2-8A5D-B0D2F66D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9D3D4-31BB-4EC5-BDF5-0284139AD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3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EDA8-8C92-4408-9C72-DAA0E2BC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045BD-2B1E-47E2-A226-B2ADE61D4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B5522-1316-495F-94C7-11336EF06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D7F30-95A6-4F24-A55D-2713421D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30657-1AE7-40D1-84EB-DE751698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68380-CFA0-4B77-9A33-275669E9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FC8C-64EF-4FF0-88D0-FC34DD14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A9CC3-429C-46A9-838C-B25026777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BCA11-22FB-4F1A-BA47-10CEDA882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76D6B-D78B-42B5-9F2C-90661559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22A1B-D52D-4B45-B847-98296F5B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AC281-5874-478E-B6C7-CE843DB3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B445-6B6C-49A2-AFC1-BDC4D801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B2DEA-66C1-4706-ACA7-94959361B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7890A-AC7A-4FE6-AC11-C75004B7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EF6E9-BB9B-4C30-BB58-8B3193B4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0BF7-2794-4FAC-9958-E1B41B13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09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A1CDF-D85F-4643-AAE5-ECB6735F4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B910E-02ED-4868-A351-1810E3784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787A4-E5EE-4BEA-948E-73A725AA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FB4C6-2178-4C2F-BDDC-88D0F7C9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73A6C-0EB6-4DB0-B811-F38BC078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07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5C218-0EA0-40CF-B227-037623D9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6F50D-0CF6-42EA-BEBB-6C012DF56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8EBAE-5460-4F06-8C75-D6CF60071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5A349-374A-4D05-96B8-02501FD41399}" type="datetimeFigureOut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7521B-BBF0-47F1-B9C5-77C0E9A3C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D90FC-4150-4CED-8633-DDFEC2605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1288B-0B54-42D3-A1AA-7BDB91917A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7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umps.wikimedia.org/enwiki/latest/enwiki-latest-pages-articles14.xml-p11659683p13159682.bz2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inja_(build_system)" TargetMode="External"/><Relationship Id="rId13" Type="http://schemas.openxmlformats.org/officeDocument/2006/relationships/hyperlink" Target="https://en.wikipedia.org/wiki/Mingw-w64" TargetMode="External"/><Relationship Id="rId3" Type="http://schemas.openxmlformats.org/officeDocument/2006/relationships/hyperlink" Target="https://systems-it.ru/blog/dev-software/" TargetMode="External"/><Relationship Id="rId7" Type="http://schemas.openxmlformats.org/officeDocument/2006/relationships/hyperlink" Target="https://en.wikipedia.org/wiki/CMake" TargetMode="External"/><Relationship Id="rId12" Type="http://schemas.openxmlformats.org/officeDocument/2006/relationships/hyperlink" Target="https://ru.wikipedia.org/wiki/Zlib" TargetMode="External"/><Relationship Id="rId2" Type="http://schemas.openxmlformats.org/officeDocument/2006/relationships/hyperlink" Target="https://github.com/Darum4/Build_Systems_Projec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ax.me/2016/2016-08-29-autotools.html" TargetMode="External"/><Relationship Id="rId11" Type="http://schemas.openxmlformats.org/officeDocument/2006/relationships/hyperlink" Target="https://dzen.ru/a/YwDYqO6fBXyjT6WE" TargetMode="External"/><Relationship Id="rId5" Type="http://schemas.openxmlformats.org/officeDocument/2006/relationships/hyperlink" Target="https://skkv-itmo.gitbook.io/c-cpp-cookies" TargetMode="External"/><Relationship Id="rId15" Type="http://schemas.openxmlformats.org/officeDocument/2006/relationships/image" Target="../media/image17.png"/><Relationship Id="rId10" Type="http://schemas.openxmlformats.org/officeDocument/2006/relationships/hyperlink" Target="https://rus-linux.net/MyLDP/algol/meson-build-system.html" TargetMode="External"/><Relationship Id="rId4" Type="http://schemas.openxmlformats.org/officeDocument/2006/relationships/hyperlink" Target="https://medium.com/@bdov_/what-happens-when-you-type-gcc-main-c-a4454564e96d" TargetMode="External"/><Relationship Id="rId9" Type="http://schemas.openxmlformats.org/officeDocument/2006/relationships/hyperlink" Target="https://en.wikipedia.org/wiki/Meson_(software)" TargetMode="External"/><Relationship Id="rId14" Type="http://schemas.openxmlformats.org/officeDocument/2006/relationships/hyperlink" Target="https://www.moddb.com/mods/the-code-based-visual-fx-suite-for-gzdoom-aka-codefx/addons/cryonauts-colors-the-ultimate-color-palette-collection-for-doom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3000">
              <a:srgbClr val="330E3F"/>
            </a:gs>
            <a:gs pos="0">
              <a:srgbClr val="00103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729" y="1214438"/>
            <a:ext cx="10784541" cy="2387600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Ubuntu" panose="020B0504030602030204" pitchFamily="34" charset="0"/>
              </a:rPr>
              <a:t>Сравнительный анализ систем сборки современного программного обеспечения</a:t>
            </a:r>
            <a:endParaRPr lang="en-US" sz="44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C9331-34DB-41B2-9E4D-CA94B40AD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83356"/>
            <a:ext cx="9144000" cy="1803679"/>
          </a:xfrm>
        </p:spPr>
        <p:txBody>
          <a:bodyPr>
            <a:normAutofit/>
          </a:bodyPr>
          <a:lstStyle/>
          <a:p>
            <a:r>
              <a:rPr lang="ru-RU" sz="2600" dirty="0">
                <a:solidFill>
                  <a:schemeClr val="bg1"/>
                </a:solidFill>
                <a:effectLst/>
                <a:latin typeface="Ubuntu" panose="020B0504030602030204" pitchFamily="34" charset="0"/>
                <a:ea typeface="MS Mincho" panose="02020609040205080304" pitchFamily="49" charset="-128"/>
              </a:rPr>
              <a:t>Группа 680.22</a:t>
            </a:r>
          </a:p>
          <a:p>
            <a:r>
              <a:rPr lang="ru-RU" sz="2600" dirty="0">
                <a:solidFill>
                  <a:schemeClr val="bg1"/>
                </a:solidFill>
                <a:latin typeface="Ubuntu" panose="020B0504030602030204" pitchFamily="34" charset="0"/>
                <a:ea typeface="MS Mincho" panose="02020609040205080304" pitchFamily="49" charset="-128"/>
              </a:rPr>
              <a:t>Аббасов Мурад</a:t>
            </a:r>
            <a:r>
              <a:rPr lang="en-US" sz="2600" dirty="0">
                <a:solidFill>
                  <a:schemeClr val="bg1"/>
                </a:solidFill>
                <a:latin typeface="Ubuntu" panose="020B0504030602030204" pitchFamily="34" charset="0"/>
                <a:ea typeface="MS Mincho" panose="02020609040205080304" pitchFamily="49" charset="-128"/>
              </a:rPr>
              <a:t> </a:t>
            </a:r>
            <a:r>
              <a:rPr lang="ru-RU" sz="2600" dirty="0">
                <a:solidFill>
                  <a:schemeClr val="bg1"/>
                </a:solidFill>
                <a:latin typeface="Ubuntu" panose="020B0504030602030204" pitchFamily="34" charset="0"/>
                <a:ea typeface="MS Mincho" panose="02020609040205080304" pitchFamily="49" charset="-128"/>
              </a:rPr>
              <a:t>Назим оглу</a:t>
            </a:r>
            <a:endParaRPr lang="ru-RU" sz="2600" dirty="0">
              <a:solidFill>
                <a:schemeClr val="bg1"/>
              </a:solidFill>
              <a:effectLst/>
              <a:latin typeface="Ubuntu" panose="020B0504030602030204" pitchFamily="34" charset="0"/>
              <a:ea typeface="MS Mincho" panose="02020609040205080304" pitchFamily="49" charset="-128"/>
            </a:endParaRPr>
          </a:p>
          <a:p>
            <a:r>
              <a:rPr lang="ru-RU" sz="2600" dirty="0">
                <a:solidFill>
                  <a:schemeClr val="bg1"/>
                </a:solidFill>
                <a:effectLst/>
                <a:latin typeface="Ubuntu" panose="020B0504030602030204" pitchFamily="34" charset="0"/>
                <a:ea typeface="MS Mincho" panose="02020609040205080304" pitchFamily="49" charset="-128"/>
              </a:rPr>
              <a:t>Информационные технологии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3600B-FD3F-4B6C-9C35-654CE8E396C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57" y="4141694"/>
            <a:ext cx="2265950" cy="22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4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4E135E"/>
            </a:gs>
            <a:gs pos="13000">
              <a:srgbClr val="39898F"/>
            </a:gs>
          </a:gsLst>
          <a:lin ang="15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72" y="1"/>
            <a:ext cx="9039828" cy="1126412"/>
          </a:xfrm>
        </p:spPr>
        <p:txBody>
          <a:bodyPr anchor="ctr">
            <a:normAutofit/>
          </a:bodyPr>
          <a:lstStyle/>
          <a:p>
            <a:pPr algn="l"/>
            <a:r>
              <a:rPr lang="ru-RU" sz="5000" dirty="0">
                <a:solidFill>
                  <a:schemeClr val="bg1"/>
                </a:solidFill>
                <a:latin typeface="Ubuntu" panose="020B0504030602030204" pitchFamily="34" charset="0"/>
              </a:rPr>
              <a:t>Содержание</a:t>
            </a:r>
            <a:endParaRPr lang="en-US" sz="50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C9331-34DB-41B2-9E4D-CA94B40AD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72" y="1386840"/>
            <a:ext cx="5798788" cy="5338052"/>
          </a:xfrm>
          <a:ln w="38100"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l"/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Теоретическая часть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Программное обеспечение и его разработка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Языки программирования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Системы сборки ПО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GNU Make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GNU Autotools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CMake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Ninja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Meson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9501937-5A8E-43D9-B049-EB3252B18D46}"/>
              </a:ext>
            </a:extLst>
          </p:cNvPr>
          <p:cNvSpPr txBox="1">
            <a:spLocks/>
          </p:cNvSpPr>
          <p:nvPr/>
        </p:nvSpPr>
        <p:spPr>
          <a:xfrm>
            <a:off x="5902961" y="1386840"/>
            <a:ext cx="6184868" cy="5338052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Практическая часть</a:t>
            </a:r>
            <a:endParaRPr lang="en-US" sz="2300" dirty="0">
              <a:solidFill>
                <a:schemeClr val="bg1"/>
              </a:solidFill>
              <a:latin typeface="Ubuntu" panose="020B05040306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Введение к проекту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Создание программы-архиватора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Настройка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CMake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Настройка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Meson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Настройка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GNU Autotools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Тестирование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1346CF-C011-43FE-85EF-48140A5B32CC}"/>
              </a:ext>
            </a:extLst>
          </p:cNvPr>
          <p:cNvSpPr/>
          <p:nvPr/>
        </p:nvSpPr>
        <p:spPr>
          <a:xfrm rot="20484237">
            <a:off x="8873055" y="4031866"/>
            <a:ext cx="3082987" cy="2527869"/>
          </a:xfrm>
          <a:custGeom>
            <a:avLst/>
            <a:gdLst>
              <a:gd name="connsiteX0" fmla="*/ 2582856 w 4035501"/>
              <a:gd name="connsiteY0" fmla="*/ 86803 h 3308874"/>
              <a:gd name="connsiteX1" fmla="*/ 3650216 w 4035501"/>
              <a:gd name="connsiteY1" fmla="*/ 1215326 h 3308874"/>
              <a:gd name="connsiteX2" fmla="*/ 3664441 w 4035501"/>
              <a:gd name="connsiteY2" fmla="*/ 1278532 h 3308874"/>
              <a:gd name="connsiteX3" fmla="*/ 3797306 w 4035501"/>
              <a:gd name="connsiteY3" fmla="*/ 1368305 h 3308874"/>
              <a:gd name="connsiteX4" fmla="*/ 3582197 w 4035501"/>
              <a:gd name="connsiteY4" fmla="*/ 2301102 h 3308874"/>
              <a:gd name="connsiteX5" fmla="*/ 3574772 w 4035501"/>
              <a:gd name="connsiteY5" fmla="*/ 2304511 h 3308874"/>
              <a:gd name="connsiteX6" fmla="*/ 3561021 w 4035501"/>
              <a:gd name="connsiteY6" fmla="*/ 2339443 h 3308874"/>
              <a:gd name="connsiteX7" fmla="*/ 1527962 w 4035501"/>
              <a:gd name="connsiteY7" fmla="*/ 3222071 h 3308874"/>
              <a:gd name="connsiteX8" fmla="*/ 573963 w 4035501"/>
              <a:gd name="connsiteY8" fmla="*/ 2389960 h 3308874"/>
              <a:gd name="connsiteX9" fmla="*/ 556712 w 4035501"/>
              <a:gd name="connsiteY9" fmla="*/ 2350604 h 3308874"/>
              <a:gd name="connsiteX10" fmla="*/ 552054 w 4035501"/>
              <a:gd name="connsiteY10" fmla="*/ 2348778 h 3308874"/>
              <a:gd name="connsiteX11" fmla="*/ 315562 w 4035501"/>
              <a:gd name="connsiteY11" fmla="*/ 1312527 h 3308874"/>
              <a:gd name="connsiteX12" fmla="*/ 458533 w 4035501"/>
              <a:gd name="connsiteY12" fmla="*/ 1230987 h 3308874"/>
              <a:gd name="connsiteX13" fmla="*/ 487775 w 4035501"/>
              <a:gd name="connsiteY13" fmla="*/ 1126990 h 3308874"/>
              <a:gd name="connsiteX14" fmla="*/ 2582856 w 4035501"/>
              <a:gd name="connsiteY14" fmla="*/ 86803 h 330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35501" h="3308874">
                <a:moveTo>
                  <a:pt x="2582856" y="86803"/>
                </a:moveTo>
                <a:cubicBezTo>
                  <a:pt x="3123968" y="268866"/>
                  <a:pt x="3508803" y="703546"/>
                  <a:pt x="3650216" y="1215326"/>
                </a:cubicBezTo>
                <a:lnTo>
                  <a:pt x="3664441" y="1278532"/>
                </a:lnTo>
                <a:lnTo>
                  <a:pt x="3797306" y="1368305"/>
                </a:lnTo>
                <a:cubicBezTo>
                  <a:pt x="4194638" y="1678265"/>
                  <a:pt x="4075897" y="2045668"/>
                  <a:pt x="3582197" y="2301102"/>
                </a:cubicBezTo>
                <a:lnTo>
                  <a:pt x="3574772" y="2304511"/>
                </a:lnTo>
                <a:lnTo>
                  <a:pt x="3561021" y="2339443"/>
                </a:lnTo>
                <a:cubicBezTo>
                  <a:pt x="3214774" y="3102921"/>
                  <a:pt x="2339631" y="3495166"/>
                  <a:pt x="1527962" y="3222071"/>
                </a:cubicBezTo>
                <a:cubicBezTo>
                  <a:pt x="1095072" y="3076421"/>
                  <a:pt x="762200" y="2769096"/>
                  <a:pt x="573963" y="2389960"/>
                </a:cubicBezTo>
                <a:lnTo>
                  <a:pt x="556712" y="2350604"/>
                </a:lnTo>
                <a:lnTo>
                  <a:pt x="552054" y="2348778"/>
                </a:lnTo>
                <a:cubicBezTo>
                  <a:pt x="-61306" y="2076417"/>
                  <a:pt x="-197349" y="1648092"/>
                  <a:pt x="315562" y="1312527"/>
                </a:cubicBezTo>
                <a:lnTo>
                  <a:pt x="458533" y="1230987"/>
                </a:lnTo>
                <a:lnTo>
                  <a:pt x="487775" y="1126990"/>
                </a:lnTo>
                <a:cubicBezTo>
                  <a:pt x="779076" y="261210"/>
                  <a:pt x="1717076" y="-204497"/>
                  <a:pt x="2582856" y="86803"/>
                </a:cubicBezTo>
                <a:close/>
              </a:path>
            </a:pathLst>
          </a:custGeom>
          <a:gradFill flip="none" rotWithShape="1">
            <a:gsLst>
              <a:gs pos="99000">
                <a:srgbClr val="862596"/>
              </a:gs>
              <a:gs pos="37000">
                <a:srgbClr val="480261"/>
              </a:gs>
            </a:gsLst>
            <a:lin ang="3600000" scaled="0"/>
            <a:tileRect/>
          </a:gradFill>
          <a:ln w="190500" cap="sq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83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rgbClr val="35B8DD"/>
            </a:gs>
            <a:gs pos="35000">
              <a:srgbClr val="1C4189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A0A347A-4F26-40E3-AF24-48B540C12C40}"/>
              </a:ext>
            </a:extLst>
          </p:cNvPr>
          <p:cNvGrpSpPr/>
          <p:nvPr/>
        </p:nvGrpSpPr>
        <p:grpSpPr>
          <a:xfrm>
            <a:off x="10006889" y="1520690"/>
            <a:ext cx="2009211" cy="2002439"/>
            <a:chOff x="9900148" y="80683"/>
            <a:chExt cx="2115952" cy="21088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4E043F8-D175-4A4C-937B-FD41EB104A5D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11019" y="80683"/>
              <a:ext cx="2105081" cy="210882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/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AB351DA-B270-4325-BD8B-AB84AA1EC450}"/>
                </a:ext>
              </a:extLst>
            </p:cNvPr>
            <p:cNvSpPr/>
            <p:nvPr/>
          </p:nvSpPr>
          <p:spPr>
            <a:xfrm>
              <a:off x="9900148" y="80683"/>
              <a:ext cx="2105080" cy="2108820"/>
            </a:xfrm>
            <a:prstGeom prst="ellipse">
              <a:avLst/>
            </a:prstGeom>
            <a:solidFill>
              <a:schemeClr val="tx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4368800" cy="741680"/>
          </a:xfrm>
        </p:spPr>
        <p:txBody>
          <a:bodyPr anchor="ctr">
            <a:no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Ubuntu" panose="020B0504030602030204" pitchFamily="34" charset="0"/>
              </a:rPr>
              <a:t>Введение</a:t>
            </a:r>
            <a:endParaRPr lang="en-US" sz="48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73" y="714786"/>
            <a:ext cx="11621653" cy="6143214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Данная работа была подготовлена как отчет о производственной практике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проведенной в 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Национальном Аэрокосмическом Агентстве Азербайджана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300" b="1" dirty="0">
                <a:solidFill>
                  <a:srgbClr val="F20000"/>
                </a:solidFill>
                <a:latin typeface="Ubuntu Light" panose="020B0304030602030204" pitchFamily="34" charset="0"/>
              </a:rPr>
              <a:t>Актуальность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выбранной темы обусловлена тем, что системы сборки ПО напрямую влияют на эффективность разработки и распространения специализированного ПО, используемого в агентстве на различных операционных системах, как например дистрибутивах GNU/Linux.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300" b="1" dirty="0">
                <a:solidFill>
                  <a:srgbClr val="1405EA"/>
                </a:solidFill>
                <a:latin typeface="Ubuntu Light" panose="020B0304030602030204" pitchFamily="34" charset="0"/>
              </a:rPr>
              <a:t>Целью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данной работы было создание и сравнительный анализ различных систем сборки для современного программного обеспечения. В рамках работы был создан небольшой проект на языке C++ – архиватор. Для наглядности был реализован идентичный функционал конфигурации в разных системах сборки: 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и 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GNU Autotools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 работе проведён сравнительный анализ существующих систем сборки и инструментов конфигурации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изучены принципы работы выбранных инструментов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разработаны конфигурационные файлы для упомянутых систем сборки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показаны различия в скорости и гибкости систем.</a:t>
            </a:r>
          </a:p>
        </p:txBody>
      </p:sp>
    </p:spTree>
    <p:extLst>
      <p:ext uri="{BB962C8B-B14F-4D97-AF65-F5344CB8AC3E}">
        <p14:creationId xmlns:p14="http://schemas.microsoft.com/office/powerpoint/2010/main" val="4888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35B8DD"/>
            </a:gs>
            <a:gs pos="0">
              <a:srgbClr val="1C418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4955E0A-24D5-403E-BEAF-CA6603515454}"/>
              </a:ext>
            </a:extLst>
          </p:cNvPr>
          <p:cNvSpPr/>
          <p:nvPr/>
        </p:nvSpPr>
        <p:spPr>
          <a:xfrm rot="8230707">
            <a:off x="9923722" y="17990"/>
            <a:ext cx="1934229" cy="2882900"/>
          </a:xfrm>
          <a:custGeom>
            <a:avLst/>
            <a:gdLst>
              <a:gd name="connsiteX0" fmla="*/ 1441450 w 1934229"/>
              <a:gd name="connsiteY0" fmla="*/ 0 h 2882900"/>
              <a:gd name="connsiteX1" fmla="*/ 1870093 w 1934229"/>
              <a:gd name="connsiteY1" fmla="*/ 64805 h 2882900"/>
              <a:gd name="connsiteX2" fmla="*/ 1934229 w 1934229"/>
              <a:gd name="connsiteY2" fmla="*/ 88279 h 2882900"/>
              <a:gd name="connsiteX3" fmla="*/ 1836189 w 1934229"/>
              <a:gd name="connsiteY3" fmla="*/ 113488 h 2882900"/>
              <a:gd name="connsiteX4" fmla="*/ 1624203 w 1934229"/>
              <a:gd name="connsiteY4" fmla="*/ 198510 h 2882900"/>
              <a:gd name="connsiteX5" fmla="*/ 1567301 w 1934229"/>
              <a:gd name="connsiteY5" fmla="*/ 232601 h 2882900"/>
              <a:gd name="connsiteX6" fmla="*/ 1473826 w 1934229"/>
              <a:gd name="connsiteY6" fmla="*/ 237321 h 2882900"/>
              <a:gd name="connsiteX7" fmla="*/ 430589 w 1934229"/>
              <a:gd name="connsiteY7" fmla="*/ 1393371 h 2882900"/>
              <a:gd name="connsiteX8" fmla="*/ 1140317 w 1934229"/>
              <a:gd name="connsiteY8" fmla="*/ 2464101 h 2882900"/>
              <a:gd name="connsiteX9" fmla="*/ 1241811 w 1934229"/>
              <a:gd name="connsiteY9" fmla="*/ 2501249 h 2882900"/>
              <a:gd name="connsiteX10" fmla="*/ 1347936 w 1934229"/>
              <a:gd name="connsiteY10" fmla="*/ 2602426 h 2882900"/>
              <a:gd name="connsiteX11" fmla="*/ 1703755 w 1934229"/>
              <a:gd name="connsiteY11" fmla="*/ 2818307 h 2882900"/>
              <a:gd name="connsiteX12" fmla="*/ 1772053 w 1934229"/>
              <a:gd name="connsiteY12" fmla="*/ 2843304 h 2882900"/>
              <a:gd name="connsiteX13" fmla="*/ 1731953 w 1934229"/>
              <a:gd name="connsiteY13" fmla="*/ 2853615 h 2882900"/>
              <a:gd name="connsiteX14" fmla="*/ 1441450 w 1934229"/>
              <a:gd name="connsiteY14" fmla="*/ 2882900 h 2882900"/>
              <a:gd name="connsiteX15" fmla="*/ 0 w 1934229"/>
              <a:gd name="connsiteY15" fmla="*/ 1441450 h 2882900"/>
              <a:gd name="connsiteX16" fmla="*/ 1441450 w 1934229"/>
              <a:gd name="connsiteY16" fmla="*/ 0 h 288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34229" h="2882900">
                <a:moveTo>
                  <a:pt x="1441450" y="0"/>
                </a:moveTo>
                <a:cubicBezTo>
                  <a:pt x="1590717" y="0"/>
                  <a:pt x="1734685" y="22688"/>
                  <a:pt x="1870093" y="64805"/>
                </a:cubicBezTo>
                <a:lnTo>
                  <a:pt x="1934229" y="88279"/>
                </a:lnTo>
                <a:lnTo>
                  <a:pt x="1836189" y="113488"/>
                </a:lnTo>
                <a:cubicBezTo>
                  <a:pt x="1762843" y="136301"/>
                  <a:pt x="1692008" y="164814"/>
                  <a:pt x="1624203" y="198510"/>
                </a:cubicBezTo>
                <a:lnTo>
                  <a:pt x="1567301" y="232601"/>
                </a:lnTo>
                <a:lnTo>
                  <a:pt x="1473826" y="237321"/>
                </a:lnTo>
                <a:cubicBezTo>
                  <a:pt x="887856" y="296829"/>
                  <a:pt x="430589" y="791700"/>
                  <a:pt x="430589" y="1393371"/>
                </a:cubicBezTo>
                <a:cubicBezTo>
                  <a:pt x="430589" y="1874708"/>
                  <a:pt x="723240" y="2287692"/>
                  <a:pt x="1140317" y="2464101"/>
                </a:cubicBezTo>
                <a:lnTo>
                  <a:pt x="1241811" y="2501249"/>
                </a:lnTo>
                <a:lnTo>
                  <a:pt x="1347936" y="2602426"/>
                </a:lnTo>
                <a:cubicBezTo>
                  <a:pt x="1454722" y="2690554"/>
                  <a:pt x="1574415" y="2763601"/>
                  <a:pt x="1703755" y="2818307"/>
                </a:cubicBezTo>
                <a:lnTo>
                  <a:pt x="1772053" y="2843304"/>
                </a:lnTo>
                <a:lnTo>
                  <a:pt x="1731953" y="2853615"/>
                </a:lnTo>
                <a:cubicBezTo>
                  <a:pt x="1638118" y="2872816"/>
                  <a:pt x="1540961" y="2882900"/>
                  <a:pt x="1441450" y="2882900"/>
                </a:cubicBezTo>
                <a:cubicBezTo>
                  <a:pt x="645359" y="2882900"/>
                  <a:pt x="0" y="2237541"/>
                  <a:pt x="0" y="1441450"/>
                </a:cubicBezTo>
                <a:cubicBezTo>
                  <a:pt x="0" y="645359"/>
                  <a:pt x="645359" y="0"/>
                  <a:pt x="1441450" y="0"/>
                </a:cubicBezTo>
                <a:close/>
              </a:path>
            </a:pathLst>
          </a:custGeom>
          <a:gradFill>
            <a:gsLst>
              <a:gs pos="0">
                <a:srgbClr val="AAC794"/>
              </a:gs>
              <a:gs pos="100000">
                <a:srgbClr val="104B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575" y="615004"/>
            <a:ext cx="7406640" cy="751836"/>
          </a:xfrm>
        </p:spPr>
        <p:txBody>
          <a:bodyPr anchor="ctr">
            <a:noAutofit/>
          </a:bodyPr>
          <a:lstStyle/>
          <a:p>
            <a:pPr algn="l"/>
            <a:r>
              <a:rPr lang="ru-RU" sz="3200" dirty="0">
                <a:gradFill>
                  <a:gsLst>
                    <a:gs pos="100000">
                      <a:srgbClr val="337C19"/>
                    </a:gs>
                    <a:gs pos="54000">
                      <a:srgbClr val="33B550"/>
                    </a:gs>
                  </a:gsLst>
                  <a:lin ang="5400000" scaled="1"/>
                </a:gradFill>
                <a:latin typeface="Ubuntu" panose="020B0504030602030204" pitchFamily="34" charset="0"/>
              </a:rPr>
              <a:t>Программное обеспечение </a:t>
            </a:r>
            <a:br>
              <a:rPr lang="ru-RU" sz="3200" dirty="0">
                <a:gradFill>
                  <a:gsLst>
                    <a:gs pos="100000">
                      <a:srgbClr val="337C19"/>
                    </a:gs>
                    <a:gs pos="54000">
                      <a:srgbClr val="33B550"/>
                    </a:gs>
                  </a:gsLst>
                  <a:lin ang="5400000" scaled="1"/>
                </a:gradFill>
                <a:latin typeface="Ubuntu" panose="020B0504030602030204" pitchFamily="34" charset="0"/>
              </a:rPr>
            </a:br>
            <a:r>
              <a:rPr lang="ru-RU" sz="3200" dirty="0">
                <a:gradFill>
                  <a:gsLst>
                    <a:gs pos="100000">
                      <a:srgbClr val="337C19"/>
                    </a:gs>
                    <a:gs pos="54000">
                      <a:srgbClr val="33B550"/>
                    </a:gs>
                  </a:gsLst>
                  <a:lin ang="5400000" scaled="1"/>
                </a:gradFill>
                <a:latin typeface="Ubuntu" panose="020B0504030602030204" pitchFamily="34" charset="0"/>
              </a:rPr>
              <a:t>и его разработка</a:t>
            </a:r>
            <a:endParaRPr lang="en-US" sz="3200" dirty="0">
              <a:gradFill>
                <a:gsLst>
                  <a:gs pos="100000">
                    <a:srgbClr val="337C19"/>
                  </a:gs>
                  <a:gs pos="54000">
                    <a:srgbClr val="33B550"/>
                  </a:gs>
                </a:gsLst>
                <a:lin ang="5400000" scaled="1"/>
              </a:gradFill>
              <a:latin typeface="Ubuntu" panose="020B050403060203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C6E3E77-C431-493D-996A-FFA91AAFFAE2}"/>
              </a:ext>
            </a:extLst>
          </p:cNvPr>
          <p:cNvSpPr/>
          <p:nvPr/>
        </p:nvSpPr>
        <p:spPr>
          <a:xfrm>
            <a:off x="0" y="4571553"/>
            <a:ext cx="2654847" cy="2286447"/>
          </a:xfrm>
          <a:custGeom>
            <a:avLst/>
            <a:gdLst>
              <a:gd name="connsiteX0" fmla="*/ 2599867 w 2654847"/>
              <a:gd name="connsiteY0" fmla="*/ 2062192 h 2286447"/>
              <a:gd name="connsiteX1" fmla="*/ 2651057 w 2654847"/>
              <a:gd name="connsiteY1" fmla="*/ 2102012 h 2286447"/>
              <a:gd name="connsiteX2" fmla="*/ 2654847 w 2654847"/>
              <a:gd name="connsiteY2" fmla="*/ 2132348 h 2286447"/>
              <a:gd name="connsiteX3" fmla="*/ 2641573 w 2654847"/>
              <a:gd name="connsiteY3" fmla="*/ 2149412 h 2286447"/>
              <a:gd name="connsiteX4" fmla="*/ 2221961 w 2654847"/>
              <a:gd name="connsiteY4" fmla="*/ 2201835 h 2286447"/>
              <a:gd name="connsiteX5" fmla="*/ 2170771 w 2654847"/>
              <a:gd name="connsiteY5" fmla="*/ 2162014 h 2286447"/>
              <a:gd name="connsiteX6" fmla="*/ 2166981 w 2654847"/>
              <a:gd name="connsiteY6" fmla="*/ 2131678 h 2286447"/>
              <a:gd name="connsiteX7" fmla="*/ 2180255 w 2654847"/>
              <a:gd name="connsiteY7" fmla="*/ 2114614 h 2286447"/>
              <a:gd name="connsiteX8" fmla="*/ 2249406 w 2654847"/>
              <a:gd name="connsiteY8" fmla="*/ 1111764 h 2286447"/>
              <a:gd name="connsiteX9" fmla="*/ 2305976 w 2654847"/>
              <a:gd name="connsiteY9" fmla="*/ 1143479 h 2286447"/>
              <a:gd name="connsiteX10" fmla="*/ 2314261 w 2654847"/>
              <a:gd name="connsiteY10" fmla="*/ 1172907 h 2286447"/>
              <a:gd name="connsiteX11" fmla="*/ 2303689 w 2654847"/>
              <a:gd name="connsiteY11" fmla="*/ 1191765 h 2286447"/>
              <a:gd name="connsiteX12" fmla="*/ 1896638 w 2654847"/>
              <a:gd name="connsiteY12" fmla="*/ 1306361 h 2286447"/>
              <a:gd name="connsiteX13" fmla="*/ 1840068 w 2654847"/>
              <a:gd name="connsiteY13" fmla="*/ 1274645 h 2286447"/>
              <a:gd name="connsiteX14" fmla="*/ 1831783 w 2654847"/>
              <a:gd name="connsiteY14" fmla="*/ 1245217 h 2286447"/>
              <a:gd name="connsiteX15" fmla="*/ 1842355 w 2654847"/>
              <a:gd name="connsiteY15" fmla="*/ 1226360 h 2286447"/>
              <a:gd name="connsiteX16" fmla="*/ 378883 w 2654847"/>
              <a:gd name="connsiteY16" fmla="*/ 635338 h 2286447"/>
              <a:gd name="connsiteX17" fmla="*/ 2031594 w 2654847"/>
              <a:gd name="connsiteY17" fmla="*/ 1982336 h 2286447"/>
              <a:gd name="connsiteX18" fmla="*/ 2062251 w 2654847"/>
              <a:gd name="connsiteY18" fmla="*/ 2286447 h 2286447"/>
              <a:gd name="connsiteX19" fmla="*/ 0 w 2654847"/>
              <a:gd name="connsiteY19" fmla="*/ 2286447 h 2286447"/>
              <a:gd name="connsiteX20" fmla="*/ 0 w 2654847"/>
              <a:gd name="connsiteY20" fmla="*/ 679676 h 2286447"/>
              <a:gd name="connsiteX21" fmla="*/ 80259 w 2654847"/>
              <a:gd name="connsiteY21" fmla="*/ 661687 h 2286447"/>
              <a:gd name="connsiteX22" fmla="*/ 378883 w 2654847"/>
              <a:gd name="connsiteY22" fmla="*/ 635338 h 2286447"/>
              <a:gd name="connsiteX23" fmla="*/ 257800 w 2654847"/>
              <a:gd name="connsiteY23" fmla="*/ 0 h 2286447"/>
              <a:gd name="connsiteX24" fmla="*/ 288332 w 2654847"/>
              <a:gd name="connsiteY24" fmla="*/ 1568 h 2286447"/>
              <a:gd name="connsiteX25" fmla="*/ 302814 w 2654847"/>
              <a:gd name="connsiteY25" fmla="*/ 17619 h 2286447"/>
              <a:gd name="connsiteX26" fmla="*/ 281116 w 2654847"/>
              <a:gd name="connsiteY26" fmla="*/ 439936 h 2286447"/>
              <a:gd name="connsiteX27" fmla="*/ 232964 w 2654847"/>
              <a:gd name="connsiteY27" fmla="*/ 483382 h 2286447"/>
              <a:gd name="connsiteX28" fmla="*/ 202433 w 2654847"/>
              <a:gd name="connsiteY28" fmla="*/ 481813 h 2286447"/>
              <a:gd name="connsiteX29" fmla="*/ 187950 w 2654847"/>
              <a:gd name="connsiteY29" fmla="*/ 465762 h 2286447"/>
              <a:gd name="connsiteX30" fmla="*/ 209648 w 2654847"/>
              <a:gd name="connsiteY30" fmla="*/ 43445 h 228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54847" h="2286447">
                <a:moveTo>
                  <a:pt x="2599867" y="2062192"/>
                </a:moveTo>
                <a:lnTo>
                  <a:pt x="2651057" y="2102012"/>
                </a:lnTo>
                <a:lnTo>
                  <a:pt x="2654847" y="2132348"/>
                </a:lnTo>
                <a:lnTo>
                  <a:pt x="2641573" y="2149412"/>
                </a:lnTo>
                <a:lnTo>
                  <a:pt x="2221961" y="2201835"/>
                </a:lnTo>
                <a:lnTo>
                  <a:pt x="2170771" y="2162014"/>
                </a:lnTo>
                <a:lnTo>
                  <a:pt x="2166981" y="2131678"/>
                </a:lnTo>
                <a:lnTo>
                  <a:pt x="2180255" y="2114614"/>
                </a:lnTo>
                <a:close/>
                <a:moveTo>
                  <a:pt x="2249406" y="1111764"/>
                </a:moveTo>
                <a:lnTo>
                  <a:pt x="2305976" y="1143479"/>
                </a:lnTo>
                <a:lnTo>
                  <a:pt x="2314261" y="1172907"/>
                </a:lnTo>
                <a:lnTo>
                  <a:pt x="2303689" y="1191765"/>
                </a:lnTo>
                <a:lnTo>
                  <a:pt x="1896638" y="1306361"/>
                </a:lnTo>
                <a:lnTo>
                  <a:pt x="1840068" y="1274645"/>
                </a:lnTo>
                <a:lnTo>
                  <a:pt x="1831783" y="1245217"/>
                </a:lnTo>
                <a:lnTo>
                  <a:pt x="1842355" y="1226360"/>
                </a:lnTo>
                <a:close/>
                <a:moveTo>
                  <a:pt x="378883" y="635338"/>
                </a:moveTo>
                <a:cubicBezTo>
                  <a:pt x="1194117" y="635338"/>
                  <a:pt x="1874289" y="1213606"/>
                  <a:pt x="2031594" y="1982336"/>
                </a:cubicBezTo>
                <a:lnTo>
                  <a:pt x="2062251" y="2286447"/>
                </a:lnTo>
                <a:lnTo>
                  <a:pt x="0" y="2286447"/>
                </a:lnTo>
                <a:lnTo>
                  <a:pt x="0" y="679676"/>
                </a:lnTo>
                <a:lnTo>
                  <a:pt x="80259" y="661687"/>
                </a:lnTo>
                <a:cubicBezTo>
                  <a:pt x="177185" y="644374"/>
                  <a:pt x="276979" y="635338"/>
                  <a:pt x="378883" y="635338"/>
                </a:cubicBezTo>
                <a:close/>
                <a:moveTo>
                  <a:pt x="257800" y="0"/>
                </a:moveTo>
                <a:lnTo>
                  <a:pt x="288332" y="1568"/>
                </a:lnTo>
                <a:lnTo>
                  <a:pt x="302814" y="17619"/>
                </a:lnTo>
                <a:lnTo>
                  <a:pt x="281116" y="439936"/>
                </a:lnTo>
                <a:lnTo>
                  <a:pt x="232964" y="483382"/>
                </a:lnTo>
                <a:lnTo>
                  <a:pt x="202433" y="481813"/>
                </a:lnTo>
                <a:lnTo>
                  <a:pt x="187950" y="465762"/>
                </a:lnTo>
                <a:lnTo>
                  <a:pt x="209648" y="43445"/>
                </a:lnTo>
                <a:close/>
              </a:path>
            </a:pathLst>
          </a:custGeom>
          <a:solidFill>
            <a:srgbClr val="439337"/>
          </a:solidFill>
          <a:ln>
            <a:noFill/>
          </a:ln>
          <a:effectLst>
            <a:innerShdw blurRad="596900" dist="50800" dir="16140000">
              <a:schemeClr val="bg1">
                <a:alpha val="6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AD79C6-73B2-40F0-B239-8961C283052E}"/>
              </a:ext>
            </a:extLst>
          </p:cNvPr>
          <p:cNvSpPr txBox="1">
            <a:spLocks/>
          </p:cNvSpPr>
          <p:nvPr/>
        </p:nvSpPr>
        <p:spPr>
          <a:xfrm>
            <a:off x="11576" y="46299"/>
            <a:ext cx="6746239" cy="4876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900" dirty="0">
                <a:solidFill>
                  <a:schemeClr val="bg1"/>
                </a:solidFill>
                <a:latin typeface="Ubuntu" panose="020B0504030602030204" pitchFamily="34" charset="0"/>
              </a:rPr>
              <a:t>ТЕОРЕТИЧЕСКАЯ ЧАСТЬ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1" y="1524000"/>
            <a:ext cx="5567079" cy="5049520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274320" tIns="91440">
            <a:noAutofit/>
          </a:bodyPr>
          <a:lstStyle/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Программное обеспечение поставляется в самых разных формах – от простых исполняемых файлов или библиотек до полноценных операционных систем, на которых уже запускается более высокоуровневое ПО. Несмотря на это, есть то, что их всех связывает – они все способ взаимодействия с компьютером и его аппаратным обеспечением.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ПО играет неотъемлемую роль в нашей жизни – без ПО любые современные технологии как компьютеры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ноутбуки, телефоны, планшеты и многое другое стали бы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бесполезными.</a:t>
            </a:r>
          </a:p>
          <a:p>
            <a:pPr algn="l">
              <a:lnSpc>
                <a:spcPct val="80000"/>
              </a:lnSpc>
              <a:spcBef>
                <a:spcPts val="300"/>
              </a:spcBef>
            </a:pP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6" name="Subtitle 15">
            <a:extLst>
              <a:ext uri="{FF2B5EF4-FFF2-40B4-BE49-F238E27FC236}">
                <a16:creationId xmlns:a16="http://schemas.microsoft.com/office/drawing/2014/main" id="{54DC4E8E-71AA-41FB-800A-6703299DBCCE}"/>
              </a:ext>
            </a:extLst>
          </p:cNvPr>
          <p:cNvSpPr txBox="1">
            <a:spLocks/>
          </p:cNvSpPr>
          <p:nvPr/>
        </p:nvSpPr>
        <p:spPr>
          <a:xfrm>
            <a:off x="5871882" y="294640"/>
            <a:ext cx="6167718" cy="6421120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vert="horz" wrap="square" lIns="182880" tIns="9144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Процесс разработки можно описать следующими шагами:</a:t>
            </a:r>
          </a:p>
          <a:p>
            <a:pPr marL="457200" indent="-457200" algn="l">
              <a:buFont typeface="+mj-lt"/>
              <a:buAutoNum type="arabicParenR"/>
            </a:pP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Разработчики пишут исходный код, используя оффициальную документацию языка, его конкретной имплементации и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зависимостей проекта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  <a:endParaRPr lang="ru-RU" sz="22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buFont typeface="+mj-lt"/>
              <a:buAutoNum type="arabicParenR"/>
            </a:pP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Разработчики проводят базовый тест программы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–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выполняет ли она задачу без неопределенного поведения (undefined behavior), работает ли на приемлемой скорости и т.д.;</a:t>
            </a:r>
          </a:p>
          <a:p>
            <a:pPr marL="457200" indent="-457200" algn="l">
              <a:buFont typeface="+mj-lt"/>
              <a:buAutoNum type="arabicParenR"/>
            </a:pP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Когда все нужные части программы написаны, проводятся дополнительные ручные или автоматизированные тесты и по их результатам изменяют код;</a:t>
            </a:r>
          </a:p>
          <a:p>
            <a:pPr marL="457200" indent="-457200" algn="l">
              <a:buFont typeface="+mj-lt"/>
              <a:buAutoNum type="arabicParenR"/>
            </a:pP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В какой-то момент программа становится достаточно проверенной и приемлемой для использования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пользователем и начинается процесс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356191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635"/>
            </a:gs>
            <a:gs pos="100000">
              <a:srgbClr val="1C418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63C8F7E-FE6D-4C2E-A764-0CF36FFFF389}"/>
              </a:ext>
            </a:extLst>
          </p:cNvPr>
          <p:cNvSpPr/>
          <p:nvPr/>
        </p:nvSpPr>
        <p:spPr>
          <a:xfrm>
            <a:off x="42898" y="227211"/>
            <a:ext cx="12017921" cy="6473027"/>
          </a:xfrm>
          <a:custGeom>
            <a:avLst/>
            <a:gdLst>
              <a:gd name="connsiteX0" fmla="*/ 11601719 w 11947224"/>
              <a:gd name="connsiteY0" fmla="*/ 6023809 h 6284853"/>
              <a:gd name="connsiteX1" fmla="*/ 11610771 w 11947224"/>
              <a:gd name="connsiteY1" fmla="*/ 6062299 h 6284853"/>
              <a:gd name="connsiteX2" fmla="*/ 11609034 w 11947224"/>
              <a:gd name="connsiteY2" fmla="*/ 6070746 h 6284853"/>
              <a:gd name="connsiteX3" fmla="*/ 11612814 w 11947224"/>
              <a:gd name="connsiteY3" fmla="*/ 6070983 h 6284853"/>
              <a:gd name="connsiteX4" fmla="*/ 11619403 w 11947224"/>
              <a:gd name="connsiteY4" fmla="*/ 6099002 h 6284853"/>
              <a:gd name="connsiteX5" fmla="*/ 11656760 w 11947224"/>
              <a:gd name="connsiteY5" fmla="*/ 6073742 h 6284853"/>
              <a:gd name="connsiteX6" fmla="*/ 11670628 w 11947224"/>
              <a:gd name="connsiteY6" fmla="*/ 6074613 h 6284853"/>
              <a:gd name="connsiteX7" fmla="*/ 11668799 w 11947224"/>
              <a:gd name="connsiteY7" fmla="*/ 6083366 h 6284853"/>
              <a:gd name="connsiteX8" fmla="*/ 11632851 w 11947224"/>
              <a:gd name="connsiteY8" fmla="*/ 6113201 h 6284853"/>
              <a:gd name="connsiteX9" fmla="*/ 11678709 w 11947224"/>
              <a:gd name="connsiteY9" fmla="*/ 6177717 h 6284853"/>
              <a:gd name="connsiteX10" fmla="*/ 11620283 w 11947224"/>
              <a:gd name="connsiteY10" fmla="*/ 6181833 h 6284853"/>
              <a:gd name="connsiteX11" fmla="*/ 11672241 w 11947224"/>
              <a:gd name="connsiteY11" fmla="*/ 6284853 h 6284853"/>
              <a:gd name="connsiteX12" fmla="*/ 11586172 w 11947224"/>
              <a:gd name="connsiteY12" fmla="*/ 6196509 h 6284853"/>
              <a:gd name="connsiteX13" fmla="*/ 11571945 w 11947224"/>
              <a:gd name="connsiteY13" fmla="*/ 6262487 h 6284853"/>
              <a:gd name="connsiteX14" fmla="*/ 11557987 w 11947224"/>
              <a:gd name="connsiteY14" fmla="*/ 6231123 h 6284853"/>
              <a:gd name="connsiteX15" fmla="*/ 11558948 w 11947224"/>
              <a:gd name="connsiteY15" fmla="*/ 6227964 h 6284853"/>
              <a:gd name="connsiteX16" fmla="*/ 11557093 w 11947224"/>
              <a:gd name="connsiteY16" fmla="*/ 6229112 h 6284853"/>
              <a:gd name="connsiteX17" fmla="*/ 11542195 w 11947224"/>
              <a:gd name="connsiteY17" fmla="*/ 6195636 h 6284853"/>
              <a:gd name="connsiteX18" fmla="*/ 11507051 w 11947224"/>
              <a:gd name="connsiteY18" fmla="*/ 6260096 h 6284853"/>
              <a:gd name="connsiteX19" fmla="*/ 11494907 w 11947224"/>
              <a:gd name="connsiteY19" fmla="*/ 6267615 h 6284853"/>
              <a:gd name="connsiteX20" fmla="*/ 11496426 w 11947224"/>
              <a:gd name="connsiteY20" fmla="*/ 6245344 h 6284853"/>
              <a:gd name="connsiteX21" fmla="*/ 11523298 w 11947224"/>
              <a:gd name="connsiteY21" fmla="*/ 6209397 h 6284853"/>
              <a:gd name="connsiteX22" fmla="*/ 11499039 w 11947224"/>
              <a:gd name="connsiteY22" fmla="*/ 6207027 h 6284853"/>
              <a:gd name="connsiteX23" fmla="*/ 11499902 w 11947224"/>
              <a:gd name="connsiteY23" fmla="*/ 6194365 h 6284853"/>
              <a:gd name="connsiteX24" fmla="*/ 11485700 w 11947224"/>
              <a:gd name="connsiteY24" fmla="*/ 6195169 h 6284853"/>
              <a:gd name="connsiteX25" fmla="*/ 11520978 w 11947224"/>
              <a:gd name="connsiteY25" fmla="*/ 6170778 h 6284853"/>
              <a:gd name="connsiteX26" fmla="*/ 11458597 w 11947224"/>
              <a:gd name="connsiteY26" fmla="*/ 6126196 h 6284853"/>
              <a:gd name="connsiteX27" fmla="*/ 11524766 w 11947224"/>
              <a:gd name="connsiteY27" fmla="*/ 6127721 h 6284853"/>
              <a:gd name="connsiteX28" fmla="*/ 11521501 w 11947224"/>
              <a:gd name="connsiteY28" fmla="*/ 6056521 h 6284853"/>
              <a:gd name="connsiteX29" fmla="*/ 11578565 w 11947224"/>
              <a:gd name="connsiteY29" fmla="*/ 6088606 h 6284853"/>
              <a:gd name="connsiteX30" fmla="*/ 11586443 w 11947224"/>
              <a:gd name="connsiteY30" fmla="*/ 6034264 h 6284853"/>
              <a:gd name="connsiteX31" fmla="*/ 4676433 w 11947224"/>
              <a:gd name="connsiteY31" fmla="*/ 5856635 h 6284853"/>
              <a:gd name="connsiteX32" fmla="*/ 4677401 w 11947224"/>
              <a:gd name="connsiteY32" fmla="*/ 5915199 h 6284853"/>
              <a:gd name="connsiteX33" fmla="*/ 4783066 w 11947224"/>
              <a:gd name="connsiteY33" fmla="*/ 5868857 h 6284853"/>
              <a:gd name="connsiteX34" fmla="*/ 4690221 w 11947224"/>
              <a:gd name="connsiteY34" fmla="*/ 5950049 h 6284853"/>
              <a:gd name="connsiteX35" fmla="*/ 4755337 w 11947224"/>
              <a:gd name="connsiteY35" fmla="*/ 5967804 h 6284853"/>
              <a:gd name="connsiteX36" fmla="*/ 4723269 w 11947224"/>
              <a:gd name="connsiteY36" fmla="*/ 5980055 h 6284853"/>
              <a:gd name="connsiteX37" fmla="*/ 4720165 w 11947224"/>
              <a:gd name="connsiteY37" fmla="*/ 5978926 h 6284853"/>
              <a:gd name="connsiteX38" fmla="*/ 4721213 w 11947224"/>
              <a:gd name="connsiteY38" fmla="*/ 5980840 h 6284853"/>
              <a:gd name="connsiteX39" fmla="*/ 4686984 w 11947224"/>
              <a:gd name="connsiteY39" fmla="*/ 5993916 h 6284853"/>
              <a:gd name="connsiteX40" fmla="*/ 4749460 w 11947224"/>
              <a:gd name="connsiteY40" fmla="*/ 6032476 h 6284853"/>
              <a:gd name="connsiteX41" fmla="*/ 4756315 w 11947224"/>
              <a:gd name="connsiteY41" fmla="*/ 6045006 h 6284853"/>
              <a:gd name="connsiteX42" fmla="*/ 4734158 w 11947224"/>
              <a:gd name="connsiteY42" fmla="*/ 6042292 h 6284853"/>
              <a:gd name="connsiteX43" fmla="*/ 4699707 w 11947224"/>
              <a:gd name="connsiteY43" fmla="*/ 6013525 h 6284853"/>
              <a:gd name="connsiteX44" fmla="*/ 4696037 w 11947224"/>
              <a:gd name="connsiteY44" fmla="*/ 6037622 h 6284853"/>
              <a:gd name="connsiteX45" fmla="*/ 4683440 w 11947224"/>
              <a:gd name="connsiteY45" fmla="*/ 6036079 h 6284853"/>
              <a:gd name="connsiteX46" fmla="*/ 4683478 w 11947224"/>
              <a:gd name="connsiteY46" fmla="*/ 6050304 h 6284853"/>
              <a:gd name="connsiteX47" fmla="*/ 4661021 w 11947224"/>
              <a:gd name="connsiteY47" fmla="*/ 6013765 h 6284853"/>
              <a:gd name="connsiteX48" fmla="*/ 4613147 w 11947224"/>
              <a:gd name="connsiteY48" fmla="*/ 6073658 h 6284853"/>
              <a:gd name="connsiteX49" fmla="*/ 4618229 w 11947224"/>
              <a:gd name="connsiteY49" fmla="*/ 6007666 h 6284853"/>
              <a:gd name="connsiteX50" fmla="*/ 4546956 w 11947224"/>
              <a:gd name="connsiteY50" fmla="*/ 6007097 h 6284853"/>
              <a:gd name="connsiteX51" fmla="*/ 4582064 w 11947224"/>
              <a:gd name="connsiteY51" fmla="*/ 5951841 h 6284853"/>
              <a:gd name="connsiteX52" fmla="*/ 4528226 w 11947224"/>
              <a:gd name="connsiteY52" fmla="*/ 5941052 h 6284853"/>
              <a:gd name="connsiteX53" fmla="*/ 4518607 w 11947224"/>
              <a:gd name="connsiteY53" fmla="*/ 5925236 h 6284853"/>
              <a:gd name="connsiteX54" fmla="*/ 4557528 w 11947224"/>
              <a:gd name="connsiteY54" fmla="*/ 5918267 h 6284853"/>
              <a:gd name="connsiteX55" fmla="*/ 4565869 w 11947224"/>
              <a:gd name="connsiteY55" fmla="*/ 5920456 h 6284853"/>
              <a:gd name="connsiteX56" fmla="*/ 4566310 w 11947224"/>
              <a:gd name="connsiteY56" fmla="*/ 5916695 h 6284853"/>
              <a:gd name="connsiteX57" fmla="*/ 4594641 w 11947224"/>
              <a:gd name="connsiteY57" fmla="*/ 5911622 h 6284853"/>
              <a:gd name="connsiteX58" fmla="*/ 4571429 w 11947224"/>
              <a:gd name="connsiteY58" fmla="*/ 5872960 h 6284853"/>
              <a:gd name="connsiteX59" fmla="*/ 4573044 w 11947224"/>
              <a:gd name="connsiteY59" fmla="*/ 5859159 h 6284853"/>
              <a:gd name="connsiteX60" fmla="*/ 4581685 w 11947224"/>
              <a:gd name="connsiteY60" fmla="*/ 5861456 h 6284853"/>
              <a:gd name="connsiteX61" fmla="*/ 4609543 w 11947224"/>
              <a:gd name="connsiteY61" fmla="*/ 5898957 h 6284853"/>
              <a:gd name="connsiteX62" fmla="*/ 9572993 w 11947224"/>
              <a:gd name="connsiteY62" fmla="*/ 5364606 h 6284853"/>
              <a:gd name="connsiteX63" fmla="*/ 9577653 w 11947224"/>
              <a:gd name="connsiteY63" fmla="*/ 5372238 h 6284853"/>
              <a:gd name="connsiteX64" fmla="*/ 9571878 w 11947224"/>
              <a:gd name="connsiteY64" fmla="*/ 5418596 h 6284853"/>
              <a:gd name="connsiteX65" fmla="*/ 9649474 w 11947224"/>
              <a:gd name="connsiteY65" fmla="*/ 5434222 h 6284853"/>
              <a:gd name="connsiteX66" fmla="*/ 9609707 w 11947224"/>
              <a:gd name="connsiteY66" fmla="*/ 5477225 h 6284853"/>
              <a:gd name="connsiteX67" fmla="*/ 9718111 w 11947224"/>
              <a:gd name="connsiteY67" fmla="*/ 5516739 h 6284853"/>
              <a:gd name="connsiteX68" fmla="*/ 9594893 w 11947224"/>
              <a:gd name="connsiteY68" fmla="*/ 5511276 h 6284853"/>
              <a:gd name="connsiteX69" fmla="*/ 9629696 w 11947224"/>
              <a:gd name="connsiteY69" fmla="*/ 5569105 h 6284853"/>
              <a:gd name="connsiteX70" fmla="*/ 9598049 w 11947224"/>
              <a:gd name="connsiteY70" fmla="*/ 5555801 h 6284853"/>
              <a:gd name="connsiteX71" fmla="*/ 9596586 w 11947224"/>
              <a:gd name="connsiteY71" fmla="*/ 5552841 h 6284853"/>
              <a:gd name="connsiteX72" fmla="*/ 9596020 w 11947224"/>
              <a:gd name="connsiteY72" fmla="*/ 5554948 h 6284853"/>
              <a:gd name="connsiteX73" fmla="*/ 9562242 w 11947224"/>
              <a:gd name="connsiteY73" fmla="*/ 5540748 h 6284853"/>
              <a:gd name="connsiteX74" fmla="*/ 9580760 w 11947224"/>
              <a:gd name="connsiteY74" fmla="*/ 5611793 h 6284853"/>
              <a:gd name="connsiteX75" fmla="*/ 9577057 w 11947224"/>
              <a:gd name="connsiteY75" fmla="*/ 5625587 h 6284853"/>
              <a:gd name="connsiteX76" fmla="*/ 9562916 w 11947224"/>
              <a:gd name="connsiteY76" fmla="*/ 5608315 h 6284853"/>
              <a:gd name="connsiteX77" fmla="*/ 9557890 w 11947224"/>
              <a:gd name="connsiteY77" fmla="*/ 5563716 h 6284853"/>
              <a:gd name="connsiteX78" fmla="*/ 9538586 w 11947224"/>
              <a:gd name="connsiteY78" fmla="*/ 5578599 h 6284853"/>
              <a:gd name="connsiteX79" fmla="*/ 9530546 w 11947224"/>
              <a:gd name="connsiteY79" fmla="*/ 5568778 h 6284853"/>
              <a:gd name="connsiteX80" fmla="*/ 9520745 w 11947224"/>
              <a:gd name="connsiteY80" fmla="*/ 5579088 h 6284853"/>
              <a:gd name="connsiteX81" fmla="*/ 9529758 w 11947224"/>
              <a:gd name="connsiteY81" fmla="*/ 5537157 h 6284853"/>
              <a:gd name="connsiteX82" fmla="*/ 9453767 w 11947224"/>
              <a:gd name="connsiteY82" fmla="*/ 5547372 h 6284853"/>
              <a:gd name="connsiteX83" fmla="*/ 9503040 w 11947224"/>
              <a:gd name="connsiteY83" fmla="*/ 5503181 h 6284853"/>
              <a:gd name="connsiteX84" fmla="*/ 9451913 w 11947224"/>
              <a:gd name="connsiteY84" fmla="*/ 5453521 h 6284853"/>
              <a:gd name="connsiteX85" fmla="*/ 9515472 w 11947224"/>
              <a:gd name="connsiteY85" fmla="*/ 5437837 h 6284853"/>
              <a:gd name="connsiteX86" fmla="*/ 9484008 w 11947224"/>
              <a:gd name="connsiteY86" fmla="*/ 5392835 h 6284853"/>
              <a:gd name="connsiteX87" fmla="*/ 9487984 w 11947224"/>
              <a:gd name="connsiteY87" fmla="*/ 5374756 h 6284853"/>
              <a:gd name="connsiteX88" fmla="*/ 9520935 w 11947224"/>
              <a:gd name="connsiteY88" fmla="*/ 5396613 h 6284853"/>
              <a:gd name="connsiteX89" fmla="*/ 9525452 w 11947224"/>
              <a:gd name="connsiteY89" fmla="*/ 5403958 h 6284853"/>
              <a:gd name="connsiteX90" fmla="*/ 9528369 w 11947224"/>
              <a:gd name="connsiteY90" fmla="*/ 5401544 h 6284853"/>
              <a:gd name="connsiteX91" fmla="*/ 9552355 w 11947224"/>
              <a:gd name="connsiteY91" fmla="*/ 5417454 h 6284853"/>
              <a:gd name="connsiteX92" fmla="*/ 9562289 w 11947224"/>
              <a:gd name="connsiteY92" fmla="*/ 5373466 h 6284853"/>
              <a:gd name="connsiteX93" fmla="*/ 7171518 w 11947224"/>
              <a:gd name="connsiteY93" fmla="*/ 5268792 h 6284853"/>
              <a:gd name="connsiteX94" fmla="*/ 7185993 w 11947224"/>
              <a:gd name="connsiteY94" fmla="*/ 5286152 h 6284853"/>
              <a:gd name="connsiteX95" fmla="*/ 7168055 w 11947224"/>
              <a:gd name="connsiteY95" fmla="*/ 5391595 h 6284853"/>
              <a:gd name="connsiteX96" fmla="*/ 7409108 w 11947224"/>
              <a:gd name="connsiteY96" fmla="*/ 5427138 h 6284853"/>
              <a:gd name="connsiteX97" fmla="*/ 7285572 w 11947224"/>
              <a:gd name="connsiteY97" fmla="*/ 5524949 h 6284853"/>
              <a:gd name="connsiteX98" fmla="*/ 7622330 w 11947224"/>
              <a:gd name="connsiteY98" fmla="*/ 5614827 h 6284853"/>
              <a:gd name="connsiteX99" fmla="*/ 7239551 w 11947224"/>
              <a:gd name="connsiteY99" fmla="*/ 5602400 h 6284853"/>
              <a:gd name="connsiteX100" fmla="*/ 7347667 w 11947224"/>
              <a:gd name="connsiteY100" fmla="*/ 5733936 h 6284853"/>
              <a:gd name="connsiteX101" fmla="*/ 7249355 w 11947224"/>
              <a:gd name="connsiteY101" fmla="*/ 5703676 h 6284853"/>
              <a:gd name="connsiteX102" fmla="*/ 7244810 w 11947224"/>
              <a:gd name="connsiteY102" fmla="*/ 5696942 h 6284853"/>
              <a:gd name="connsiteX103" fmla="*/ 7243052 w 11947224"/>
              <a:gd name="connsiteY103" fmla="*/ 5701736 h 6284853"/>
              <a:gd name="connsiteX104" fmla="*/ 7138119 w 11947224"/>
              <a:gd name="connsiteY104" fmla="*/ 5669438 h 6284853"/>
              <a:gd name="connsiteX105" fmla="*/ 7195646 w 11947224"/>
              <a:gd name="connsiteY105" fmla="*/ 5831031 h 6284853"/>
              <a:gd name="connsiteX106" fmla="*/ 7184142 w 11947224"/>
              <a:gd name="connsiteY106" fmla="*/ 5862408 h 6284853"/>
              <a:gd name="connsiteX107" fmla="*/ 7140213 w 11947224"/>
              <a:gd name="connsiteY107" fmla="*/ 5823122 h 6284853"/>
              <a:gd name="connsiteX108" fmla="*/ 7124601 w 11947224"/>
              <a:gd name="connsiteY108" fmla="*/ 5721678 h 6284853"/>
              <a:gd name="connsiteX109" fmla="*/ 7064632 w 11947224"/>
              <a:gd name="connsiteY109" fmla="*/ 5755530 h 6284853"/>
              <a:gd name="connsiteX110" fmla="*/ 7039655 w 11947224"/>
              <a:gd name="connsiteY110" fmla="*/ 5733193 h 6284853"/>
              <a:gd name="connsiteX111" fmla="*/ 7009207 w 11947224"/>
              <a:gd name="connsiteY111" fmla="*/ 5756642 h 6284853"/>
              <a:gd name="connsiteX112" fmla="*/ 7037207 w 11947224"/>
              <a:gd name="connsiteY112" fmla="*/ 5661268 h 6284853"/>
              <a:gd name="connsiteX113" fmla="*/ 6801141 w 11947224"/>
              <a:gd name="connsiteY113" fmla="*/ 5684503 h 6284853"/>
              <a:gd name="connsiteX114" fmla="*/ 6954209 w 11947224"/>
              <a:gd name="connsiteY114" fmla="*/ 5583987 h 6284853"/>
              <a:gd name="connsiteX115" fmla="*/ 6795380 w 11947224"/>
              <a:gd name="connsiteY115" fmla="*/ 5471033 h 6284853"/>
              <a:gd name="connsiteX116" fmla="*/ 6992827 w 11947224"/>
              <a:gd name="connsiteY116" fmla="*/ 5435359 h 6284853"/>
              <a:gd name="connsiteX117" fmla="*/ 6895085 w 11947224"/>
              <a:gd name="connsiteY117" fmla="*/ 5333001 h 6284853"/>
              <a:gd name="connsiteX118" fmla="*/ 6907437 w 11947224"/>
              <a:gd name="connsiteY118" fmla="*/ 5291879 h 6284853"/>
              <a:gd name="connsiteX119" fmla="*/ 7009798 w 11947224"/>
              <a:gd name="connsiteY119" fmla="*/ 5341593 h 6284853"/>
              <a:gd name="connsiteX120" fmla="*/ 7023830 w 11947224"/>
              <a:gd name="connsiteY120" fmla="*/ 5358301 h 6284853"/>
              <a:gd name="connsiteX121" fmla="*/ 7032892 w 11947224"/>
              <a:gd name="connsiteY121" fmla="*/ 5352809 h 6284853"/>
              <a:gd name="connsiteX122" fmla="*/ 7107404 w 11947224"/>
              <a:gd name="connsiteY122" fmla="*/ 5388998 h 6284853"/>
              <a:gd name="connsiteX123" fmla="*/ 7138266 w 11947224"/>
              <a:gd name="connsiteY123" fmla="*/ 5288945 h 6284853"/>
              <a:gd name="connsiteX124" fmla="*/ 11769234 w 11947224"/>
              <a:gd name="connsiteY124" fmla="*/ 4801768 h 6284853"/>
              <a:gd name="connsiteX125" fmla="*/ 11775623 w 11947224"/>
              <a:gd name="connsiteY125" fmla="*/ 4808025 h 6284853"/>
              <a:gd name="connsiteX126" fmla="*/ 11781391 w 11947224"/>
              <a:gd name="connsiteY126" fmla="*/ 4854384 h 6284853"/>
              <a:gd name="connsiteX127" fmla="*/ 11860450 w 11947224"/>
              <a:gd name="connsiteY127" fmla="*/ 4850507 h 6284853"/>
              <a:gd name="connsiteX128" fmla="*/ 11832441 w 11947224"/>
              <a:gd name="connsiteY128" fmla="*/ 4901948 h 6284853"/>
              <a:gd name="connsiteX129" fmla="*/ 11947224 w 11947224"/>
              <a:gd name="connsiteY129" fmla="*/ 4913676 h 6284853"/>
              <a:gd name="connsiteX130" fmla="*/ 11826428 w 11947224"/>
              <a:gd name="connsiteY130" fmla="*/ 4938591 h 6284853"/>
              <a:gd name="connsiteX131" fmla="*/ 11874348 w 11947224"/>
              <a:gd name="connsiteY131" fmla="*/ 4986122 h 6284853"/>
              <a:gd name="connsiteX132" fmla="*/ 11840405 w 11947224"/>
              <a:gd name="connsiteY132" fmla="*/ 4980983 h 6284853"/>
              <a:gd name="connsiteX133" fmla="*/ 11838261 w 11947224"/>
              <a:gd name="connsiteY133" fmla="*/ 4978472 h 6284853"/>
              <a:gd name="connsiteX134" fmla="*/ 11838228 w 11947224"/>
              <a:gd name="connsiteY134" fmla="*/ 4980654 h 6284853"/>
              <a:gd name="connsiteX135" fmla="*/ 11802000 w 11947224"/>
              <a:gd name="connsiteY135" fmla="*/ 4975169 h 6284853"/>
              <a:gd name="connsiteX136" fmla="*/ 11837372 w 11947224"/>
              <a:gd name="connsiteY136" fmla="*/ 5039505 h 6284853"/>
              <a:gd name="connsiteX137" fmla="*/ 11837164 w 11947224"/>
              <a:gd name="connsiteY137" fmla="*/ 5053786 h 6284853"/>
              <a:gd name="connsiteX138" fmla="*/ 11819220 w 11947224"/>
              <a:gd name="connsiteY138" fmla="*/ 5040509 h 6284853"/>
              <a:gd name="connsiteX139" fmla="*/ 11803412 w 11947224"/>
              <a:gd name="connsiteY139" fmla="*/ 4998503 h 6284853"/>
              <a:gd name="connsiteX140" fmla="*/ 11788347 w 11947224"/>
              <a:gd name="connsiteY140" fmla="*/ 5017665 h 6284853"/>
              <a:gd name="connsiteX141" fmla="*/ 11778144 w 11947224"/>
              <a:gd name="connsiteY141" fmla="*/ 5010115 h 6284853"/>
              <a:gd name="connsiteX142" fmla="*/ 11771170 w 11947224"/>
              <a:gd name="connsiteY142" fmla="*/ 5022514 h 6284853"/>
              <a:gd name="connsiteX143" fmla="*/ 11769627 w 11947224"/>
              <a:gd name="connsiteY143" fmla="*/ 4979653 h 6284853"/>
              <a:gd name="connsiteX144" fmla="*/ 11698460 w 11947224"/>
              <a:gd name="connsiteY144" fmla="*/ 5008188 h 6284853"/>
              <a:gd name="connsiteX145" fmla="*/ 11735394 w 11947224"/>
              <a:gd name="connsiteY145" fmla="*/ 4953265 h 6284853"/>
              <a:gd name="connsiteX146" fmla="*/ 11673651 w 11947224"/>
              <a:gd name="connsiteY146" fmla="*/ 4917657 h 6284853"/>
              <a:gd name="connsiteX147" fmla="*/ 11731425 w 11947224"/>
              <a:gd name="connsiteY147" fmla="*/ 4886867 h 6284853"/>
              <a:gd name="connsiteX148" fmla="*/ 11689887 w 11947224"/>
              <a:gd name="connsiteY148" fmla="*/ 4850954 h 6284853"/>
              <a:gd name="connsiteX149" fmla="*/ 11689309 w 11947224"/>
              <a:gd name="connsiteY149" fmla="*/ 4832452 h 6284853"/>
              <a:gd name="connsiteX150" fmla="*/ 11726613 w 11947224"/>
              <a:gd name="connsiteY150" fmla="*/ 4845562 h 6284853"/>
              <a:gd name="connsiteX151" fmla="*/ 11732793 w 11947224"/>
              <a:gd name="connsiteY151" fmla="*/ 4851576 h 6284853"/>
              <a:gd name="connsiteX152" fmla="*/ 11735029 w 11947224"/>
              <a:gd name="connsiteY152" fmla="*/ 4848520 h 6284853"/>
              <a:gd name="connsiteX153" fmla="*/ 11762184 w 11947224"/>
              <a:gd name="connsiteY153" fmla="*/ 4858063 h 6284853"/>
              <a:gd name="connsiteX154" fmla="*/ 11761029 w 11947224"/>
              <a:gd name="connsiteY154" fmla="*/ 4812982 h 6284853"/>
              <a:gd name="connsiteX155" fmla="*/ 10919635 w 11947224"/>
              <a:gd name="connsiteY155" fmla="*/ 4747443 h 6284853"/>
              <a:gd name="connsiteX156" fmla="*/ 10926024 w 11947224"/>
              <a:gd name="connsiteY156" fmla="*/ 4753700 h 6284853"/>
              <a:gd name="connsiteX157" fmla="*/ 10931792 w 11947224"/>
              <a:gd name="connsiteY157" fmla="*/ 4800058 h 6284853"/>
              <a:gd name="connsiteX158" fmla="*/ 11010851 w 11947224"/>
              <a:gd name="connsiteY158" fmla="*/ 4796182 h 6284853"/>
              <a:gd name="connsiteX159" fmla="*/ 10982841 w 11947224"/>
              <a:gd name="connsiteY159" fmla="*/ 4847622 h 6284853"/>
              <a:gd name="connsiteX160" fmla="*/ 11097625 w 11947224"/>
              <a:gd name="connsiteY160" fmla="*/ 4859351 h 6284853"/>
              <a:gd name="connsiteX161" fmla="*/ 10976829 w 11947224"/>
              <a:gd name="connsiteY161" fmla="*/ 4884266 h 6284853"/>
              <a:gd name="connsiteX162" fmla="*/ 11024748 w 11947224"/>
              <a:gd name="connsiteY162" fmla="*/ 4931797 h 6284853"/>
              <a:gd name="connsiteX163" fmla="*/ 10990805 w 11947224"/>
              <a:gd name="connsiteY163" fmla="*/ 4926658 h 6284853"/>
              <a:gd name="connsiteX164" fmla="*/ 10988661 w 11947224"/>
              <a:gd name="connsiteY164" fmla="*/ 4924147 h 6284853"/>
              <a:gd name="connsiteX165" fmla="*/ 10988629 w 11947224"/>
              <a:gd name="connsiteY165" fmla="*/ 4926329 h 6284853"/>
              <a:gd name="connsiteX166" fmla="*/ 10952401 w 11947224"/>
              <a:gd name="connsiteY166" fmla="*/ 4920844 h 6284853"/>
              <a:gd name="connsiteX167" fmla="*/ 10987773 w 11947224"/>
              <a:gd name="connsiteY167" fmla="*/ 4985180 h 6284853"/>
              <a:gd name="connsiteX168" fmla="*/ 10987565 w 11947224"/>
              <a:gd name="connsiteY168" fmla="*/ 4999461 h 6284853"/>
              <a:gd name="connsiteX169" fmla="*/ 10969621 w 11947224"/>
              <a:gd name="connsiteY169" fmla="*/ 4986184 h 6284853"/>
              <a:gd name="connsiteX170" fmla="*/ 10953813 w 11947224"/>
              <a:gd name="connsiteY170" fmla="*/ 4944178 h 6284853"/>
              <a:gd name="connsiteX171" fmla="*/ 10938747 w 11947224"/>
              <a:gd name="connsiteY171" fmla="*/ 4963340 h 6284853"/>
              <a:gd name="connsiteX172" fmla="*/ 10928545 w 11947224"/>
              <a:gd name="connsiteY172" fmla="*/ 4955790 h 6284853"/>
              <a:gd name="connsiteX173" fmla="*/ 10921571 w 11947224"/>
              <a:gd name="connsiteY173" fmla="*/ 4968189 h 6284853"/>
              <a:gd name="connsiteX174" fmla="*/ 10920028 w 11947224"/>
              <a:gd name="connsiteY174" fmla="*/ 4925328 h 6284853"/>
              <a:gd name="connsiteX175" fmla="*/ 10848861 w 11947224"/>
              <a:gd name="connsiteY175" fmla="*/ 4953863 h 6284853"/>
              <a:gd name="connsiteX176" fmla="*/ 10885795 w 11947224"/>
              <a:gd name="connsiteY176" fmla="*/ 4898940 h 6284853"/>
              <a:gd name="connsiteX177" fmla="*/ 10824052 w 11947224"/>
              <a:gd name="connsiteY177" fmla="*/ 4863332 h 6284853"/>
              <a:gd name="connsiteX178" fmla="*/ 10881825 w 11947224"/>
              <a:gd name="connsiteY178" fmla="*/ 4832542 h 6284853"/>
              <a:gd name="connsiteX179" fmla="*/ 10840288 w 11947224"/>
              <a:gd name="connsiteY179" fmla="*/ 4796629 h 6284853"/>
              <a:gd name="connsiteX180" fmla="*/ 10839710 w 11947224"/>
              <a:gd name="connsiteY180" fmla="*/ 4778127 h 6284853"/>
              <a:gd name="connsiteX181" fmla="*/ 10877014 w 11947224"/>
              <a:gd name="connsiteY181" fmla="*/ 4791237 h 6284853"/>
              <a:gd name="connsiteX182" fmla="*/ 10883194 w 11947224"/>
              <a:gd name="connsiteY182" fmla="*/ 4797251 h 6284853"/>
              <a:gd name="connsiteX183" fmla="*/ 10885430 w 11947224"/>
              <a:gd name="connsiteY183" fmla="*/ 4794195 h 6284853"/>
              <a:gd name="connsiteX184" fmla="*/ 10912585 w 11947224"/>
              <a:gd name="connsiteY184" fmla="*/ 4803738 h 6284853"/>
              <a:gd name="connsiteX185" fmla="*/ 10911430 w 11947224"/>
              <a:gd name="connsiteY185" fmla="*/ 4758657 h 6284853"/>
              <a:gd name="connsiteX186" fmla="*/ 8406379 w 11947224"/>
              <a:gd name="connsiteY186" fmla="*/ 4300648 h 6284853"/>
              <a:gd name="connsiteX187" fmla="*/ 8411039 w 11947224"/>
              <a:gd name="connsiteY187" fmla="*/ 4308280 h 6284853"/>
              <a:gd name="connsiteX188" fmla="*/ 8405264 w 11947224"/>
              <a:gd name="connsiteY188" fmla="*/ 4354638 h 6284853"/>
              <a:gd name="connsiteX189" fmla="*/ 8482860 w 11947224"/>
              <a:gd name="connsiteY189" fmla="*/ 4370264 h 6284853"/>
              <a:gd name="connsiteX190" fmla="*/ 8443093 w 11947224"/>
              <a:gd name="connsiteY190" fmla="*/ 4413267 h 6284853"/>
              <a:gd name="connsiteX191" fmla="*/ 8551497 w 11947224"/>
              <a:gd name="connsiteY191" fmla="*/ 4452781 h 6284853"/>
              <a:gd name="connsiteX192" fmla="*/ 8428279 w 11947224"/>
              <a:gd name="connsiteY192" fmla="*/ 4447318 h 6284853"/>
              <a:gd name="connsiteX193" fmla="*/ 8463082 w 11947224"/>
              <a:gd name="connsiteY193" fmla="*/ 4505147 h 6284853"/>
              <a:gd name="connsiteX194" fmla="*/ 8431435 w 11947224"/>
              <a:gd name="connsiteY194" fmla="*/ 4491843 h 6284853"/>
              <a:gd name="connsiteX195" fmla="*/ 8429972 w 11947224"/>
              <a:gd name="connsiteY195" fmla="*/ 4488883 h 6284853"/>
              <a:gd name="connsiteX196" fmla="*/ 8429406 w 11947224"/>
              <a:gd name="connsiteY196" fmla="*/ 4490990 h 6284853"/>
              <a:gd name="connsiteX197" fmla="*/ 8395628 w 11947224"/>
              <a:gd name="connsiteY197" fmla="*/ 4476790 h 6284853"/>
              <a:gd name="connsiteX198" fmla="*/ 8414146 w 11947224"/>
              <a:gd name="connsiteY198" fmla="*/ 4547835 h 6284853"/>
              <a:gd name="connsiteX199" fmla="*/ 8410443 w 11947224"/>
              <a:gd name="connsiteY199" fmla="*/ 4561629 h 6284853"/>
              <a:gd name="connsiteX200" fmla="*/ 8396302 w 11947224"/>
              <a:gd name="connsiteY200" fmla="*/ 4544357 h 6284853"/>
              <a:gd name="connsiteX201" fmla="*/ 8391276 w 11947224"/>
              <a:gd name="connsiteY201" fmla="*/ 4499758 h 6284853"/>
              <a:gd name="connsiteX202" fmla="*/ 8371972 w 11947224"/>
              <a:gd name="connsiteY202" fmla="*/ 4514641 h 6284853"/>
              <a:gd name="connsiteX203" fmla="*/ 8363932 w 11947224"/>
              <a:gd name="connsiteY203" fmla="*/ 4504820 h 6284853"/>
              <a:gd name="connsiteX204" fmla="*/ 8354131 w 11947224"/>
              <a:gd name="connsiteY204" fmla="*/ 4515130 h 6284853"/>
              <a:gd name="connsiteX205" fmla="*/ 8363144 w 11947224"/>
              <a:gd name="connsiteY205" fmla="*/ 4473199 h 6284853"/>
              <a:gd name="connsiteX206" fmla="*/ 8287153 w 11947224"/>
              <a:gd name="connsiteY206" fmla="*/ 4483414 h 6284853"/>
              <a:gd name="connsiteX207" fmla="*/ 8336426 w 11947224"/>
              <a:gd name="connsiteY207" fmla="*/ 4439223 h 6284853"/>
              <a:gd name="connsiteX208" fmla="*/ 8285299 w 11947224"/>
              <a:gd name="connsiteY208" fmla="*/ 4389563 h 6284853"/>
              <a:gd name="connsiteX209" fmla="*/ 8348858 w 11947224"/>
              <a:gd name="connsiteY209" fmla="*/ 4373879 h 6284853"/>
              <a:gd name="connsiteX210" fmla="*/ 8317394 w 11947224"/>
              <a:gd name="connsiteY210" fmla="*/ 4328877 h 6284853"/>
              <a:gd name="connsiteX211" fmla="*/ 8321370 w 11947224"/>
              <a:gd name="connsiteY211" fmla="*/ 4310798 h 6284853"/>
              <a:gd name="connsiteX212" fmla="*/ 8354321 w 11947224"/>
              <a:gd name="connsiteY212" fmla="*/ 4332655 h 6284853"/>
              <a:gd name="connsiteX213" fmla="*/ 8358838 w 11947224"/>
              <a:gd name="connsiteY213" fmla="*/ 4340000 h 6284853"/>
              <a:gd name="connsiteX214" fmla="*/ 8361755 w 11947224"/>
              <a:gd name="connsiteY214" fmla="*/ 4337586 h 6284853"/>
              <a:gd name="connsiteX215" fmla="*/ 8385741 w 11947224"/>
              <a:gd name="connsiteY215" fmla="*/ 4353496 h 6284853"/>
              <a:gd name="connsiteX216" fmla="*/ 8395675 w 11947224"/>
              <a:gd name="connsiteY216" fmla="*/ 4309508 h 6284853"/>
              <a:gd name="connsiteX217" fmla="*/ 11664535 w 11947224"/>
              <a:gd name="connsiteY217" fmla="*/ 3798226 h 6284853"/>
              <a:gd name="connsiteX218" fmla="*/ 11670924 w 11947224"/>
              <a:gd name="connsiteY218" fmla="*/ 3804483 h 6284853"/>
              <a:gd name="connsiteX219" fmla="*/ 11676691 w 11947224"/>
              <a:gd name="connsiteY219" fmla="*/ 3850842 h 6284853"/>
              <a:gd name="connsiteX220" fmla="*/ 11755750 w 11947224"/>
              <a:gd name="connsiteY220" fmla="*/ 3846965 h 6284853"/>
              <a:gd name="connsiteX221" fmla="*/ 11727741 w 11947224"/>
              <a:gd name="connsiteY221" fmla="*/ 3898406 h 6284853"/>
              <a:gd name="connsiteX222" fmla="*/ 11842524 w 11947224"/>
              <a:gd name="connsiteY222" fmla="*/ 3910134 h 6284853"/>
              <a:gd name="connsiteX223" fmla="*/ 11721728 w 11947224"/>
              <a:gd name="connsiteY223" fmla="*/ 3935049 h 6284853"/>
              <a:gd name="connsiteX224" fmla="*/ 11769648 w 11947224"/>
              <a:gd name="connsiteY224" fmla="*/ 3982580 h 6284853"/>
              <a:gd name="connsiteX225" fmla="*/ 11735705 w 11947224"/>
              <a:gd name="connsiteY225" fmla="*/ 3977441 h 6284853"/>
              <a:gd name="connsiteX226" fmla="*/ 11733561 w 11947224"/>
              <a:gd name="connsiteY226" fmla="*/ 3974931 h 6284853"/>
              <a:gd name="connsiteX227" fmla="*/ 11733529 w 11947224"/>
              <a:gd name="connsiteY227" fmla="*/ 3977112 h 6284853"/>
              <a:gd name="connsiteX228" fmla="*/ 11697300 w 11947224"/>
              <a:gd name="connsiteY228" fmla="*/ 3971627 h 6284853"/>
              <a:gd name="connsiteX229" fmla="*/ 11732672 w 11947224"/>
              <a:gd name="connsiteY229" fmla="*/ 4035963 h 6284853"/>
              <a:gd name="connsiteX230" fmla="*/ 11732465 w 11947224"/>
              <a:gd name="connsiteY230" fmla="*/ 4050244 h 6284853"/>
              <a:gd name="connsiteX231" fmla="*/ 11714520 w 11947224"/>
              <a:gd name="connsiteY231" fmla="*/ 4036967 h 6284853"/>
              <a:gd name="connsiteX232" fmla="*/ 11698713 w 11947224"/>
              <a:gd name="connsiteY232" fmla="*/ 3994961 h 6284853"/>
              <a:gd name="connsiteX233" fmla="*/ 11683647 w 11947224"/>
              <a:gd name="connsiteY233" fmla="*/ 4014123 h 6284853"/>
              <a:gd name="connsiteX234" fmla="*/ 11673444 w 11947224"/>
              <a:gd name="connsiteY234" fmla="*/ 4006573 h 6284853"/>
              <a:gd name="connsiteX235" fmla="*/ 11666470 w 11947224"/>
              <a:gd name="connsiteY235" fmla="*/ 4018972 h 6284853"/>
              <a:gd name="connsiteX236" fmla="*/ 11664927 w 11947224"/>
              <a:gd name="connsiteY236" fmla="*/ 3976111 h 6284853"/>
              <a:gd name="connsiteX237" fmla="*/ 11593761 w 11947224"/>
              <a:gd name="connsiteY237" fmla="*/ 4004646 h 6284853"/>
              <a:gd name="connsiteX238" fmla="*/ 11630694 w 11947224"/>
              <a:gd name="connsiteY238" fmla="*/ 3949723 h 6284853"/>
              <a:gd name="connsiteX239" fmla="*/ 11568952 w 11947224"/>
              <a:gd name="connsiteY239" fmla="*/ 3914115 h 6284853"/>
              <a:gd name="connsiteX240" fmla="*/ 11626725 w 11947224"/>
              <a:gd name="connsiteY240" fmla="*/ 3883325 h 6284853"/>
              <a:gd name="connsiteX241" fmla="*/ 11585187 w 11947224"/>
              <a:gd name="connsiteY241" fmla="*/ 3847412 h 6284853"/>
              <a:gd name="connsiteX242" fmla="*/ 11584609 w 11947224"/>
              <a:gd name="connsiteY242" fmla="*/ 3828910 h 6284853"/>
              <a:gd name="connsiteX243" fmla="*/ 11621913 w 11947224"/>
              <a:gd name="connsiteY243" fmla="*/ 3842020 h 6284853"/>
              <a:gd name="connsiteX244" fmla="*/ 11628093 w 11947224"/>
              <a:gd name="connsiteY244" fmla="*/ 3848034 h 6284853"/>
              <a:gd name="connsiteX245" fmla="*/ 11630330 w 11947224"/>
              <a:gd name="connsiteY245" fmla="*/ 3844978 h 6284853"/>
              <a:gd name="connsiteX246" fmla="*/ 11657484 w 11947224"/>
              <a:gd name="connsiteY246" fmla="*/ 3854521 h 6284853"/>
              <a:gd name="connsiteX247" fmla="*/ 11656330 w 11947224"/>
              <a:gd name="connsiteY247" fmla="*/ 3809440 h 6284853"/>
              <a:gd name="connsiteX248" fmla="*/ 10543038 w 11947224"/>
              <a:gd name="connsiteY248" fmla="*/ 3386127 h 6284853"/>
              <a:gd name="connsiteX249" fmla="*/ 10549427 w 11947224"/>
              <a:gd name="connsiteY249" fmla="*/ 3392383 h 6284853"/>
              <a:gd name="connsiteX250" fmla="*/ 10555195 w 11947224"/>
              <a:gd name="connsiteY250" fmla="*/ 3438742 h 6284853"/>
              <a:gd name="connsiteX251" fmla="*/ 10634254 w 11947224"/>
              <a:gd name="connsiteY251" fmla="*/ 3434865 h 6284853"/>
              <a:gd name="connsiteX252" fmla="*/ 10606245 w 11947224"/>
              <a:gd name="connsiteY252" fmla="*/ 3486306 h 6284853"/>
              <a:gd name="connsiteX253" fmla="*/ 10721028 w 11947224"/>
              <a:gd name="connsiteY253" fmla="*/ 3498034 h 6284853"/>
              <a:gd name="connsiteX254" fmla="*/ 10600232 w 11947224"/>
              <a:gd name="connsiteY254" fmla="*/ 3522950 h 6284853"/>
              <a:gd name="connsiteX255" fmla="*/ 10648152 w 11947224"/>
              <a:gd name="connsiteY255" fmla="*/ 3570480 h 6284853"/>
              <a:gd name="connsiteX256" fmla="*/ 10614209 w 11947224"/>
              <a:gd name="connsiteY256" fmla="*/ 3565342 h 6284853"/>
              <a:gd name="connsiteX257" fmla="*/ 10612065 w 11947224"/>
              <a:gd name="connsiteY257" fmla="*/ 3562831 h 6284853"/>
              <a:gd name="connsiteX258" fmla="*/ 10612033 w 11947224"/>
              <a:gd name="connsiteY258" fmla="*/ 3565012 h 6284853"/>
              <a:gd name="connsiteX259" fmla="*/ 10575804 w 11947224"/>
              <a:gd name="connsiteY259" fmla="*/ 3559528 h 6284853"/>
              <a:gd name="connsiteX260" fmla="*/ 10611176 w 11947224"/>
              <a:gd name="connsiteY260" fmla="*/ 3623863 h 6284853"/>
              <a:gd name="connsiteX261" fmla="*/ 10610969 w 11947224"/>
              <a:gd name="connsiteY261" fmla="*/ 3638145 h 6284853"/>
              <a:gd name="connsiteX262" fmla="*/ 10593024 w 11947224"/>
              <a:gd name="connsiteY262" fmla="*/ 3624867 h 6284853"/>
              <a:gd name="connsiteX263" fmla="*/ 10577216 w 11947224"/>
              <a:gd name="connsiteY263" fmla="*/ 3582862 h 6284853"/>
              <a:gd name="connsiteX264" fmla="*/ 10562151 w 11947224"/>
              <a:gd name="connsiteY264" fmla="*/ 3602023 h 6284853"/>
              <a:gd name="connsiteX265" fmla="*/ 10551948 w 11947224"/>
              <a:gd name="connsiteY265" fmla="*/ 3594474 h 6284853"/>
              <a:gd name="connsiteX266" fmla="*/ 10544974 w 11947224"/>
              <a:gd name="connsiteY266" fmla="*/ 3606872 h 6284853"/>
              <a:gd name="connsiteX267" fmla="*/ 10543431 w 11947224"/>
              <a:gd name="connsiteY267" fmla="*/ 3564011 h 6284853"/>
              <a:gd name="connsiteX268" fmla="*/ 10472264 w 11947224"/>
              <a:gd name="connsiteY268" fmla="*/ 3592547 h 6284853"/>
              <a:gd name="connsiteX269" fmla="*/ 10509198 w 11947224"/>
              <a:gd name="connsiteY269" fmla="*/ 3537622 h 6284853"/>
              <a:gd name="connsiteX270" fmla="*/ 10447455 w 11947224"/>
              <a:gd name="connsiteY270" fmla="*/ 3502014 h 6284853"/>
              <a:gd name="connsiteX271" fmla="*/ 10505229 w 11947224"/>
              <a:gd name="connsiteY271" fmla="*/ 3471226 h 6284853"/>
              <a:gd name="connsiteX272" fmla="*/ 10463691 w 11947224"/>
              <a:gd name="connsiteY272" fmla="*/ 3435312 h 6284853"/>
              <a:gd name="connsiteX273" fmla="*/ 10463113 w 11947224"/>
              <a:gd name="connsiteY273" fmla="*/ 3416810 h 6284853"/>
              <a:gd name="connsiteX274" fmla="*/ 10500417 w 11947224"/>
              <a:gd name="connsiteY274" fmla="*/ 3429921 h 6284853"/>
              <a:gd name="connsiteX275" fmla="*/ 10506597 w 11947224"/>
              <a:gd name="connsiteY275" fmla="*/ 3435934 h 6284853"/>
              <a:gd name="connsiteX276" fmla="*/ 10508833 w 11947224"/>
              <a:gd name="connsiteY276" fmla="*/ 3432879 h 6284853"/>
              <a:gd name="connsiteX277" fmla="*/ 10535988 w 11947224"/>
              <a:gd name="connsiteY277" fmla="*/ 3442422 h 6284853"/>
              <a:gd name="connsiteX278" fmla="*/ 10534834 w 11947224"/>
              <a:gd name="connsiteY278" fmla="*/ 3397341 h 6284853"/>
              <a:gd name="connsiteX279" fmla="*/ 6298655 w 11947224"/>
              <a:gd name="connsiteY279" fmla="*/ 3124225 h 6284853"/>
              <a:gd name="connsiteX280" fmla="*/ 6336930 w 11947224"/>
              <a:gd name="connsiteY280" fmla="*/ 3178222 h 6284853"/>
              <a:gd name="connsiteX281" fmla="*/ 6392104 w 11947224"/>
              <a:gd name="connsiteY281" fmla="*/ 3133102 h 6284853"/>
              <a:gd name="connsiteX282" fmla="*/ 6400426 w 11947224"/>
              <a:gd name="connsiteY282" fmla="*/ 3198036 h 6284853"/>
              <a:gd name="connsiteX283" fmla="*/ 6448727 w 11947224"/>
              <a:gd name="connsiteY283" fmla="*/ 3171918 h 6284853"/>
              <a:gd name="connsiteX284" fmla="*/ 6466233 w 11947224"/>
              <a:gd name="connsiteY284" fmla="*/ 3177933 h 6284853"/>
              <a:gd name="connsiteX285" fmla="*/ 6440756 w 11947224"/>
              <a:gd name="connsiteY285" fmla="*/ 3208171 h 6284853"/>
              <a:gd name="connsiteX286" fmla="*/ 6432943 w 11947224"/>
              <a:gd name="connsiteY286" fmla="*/ 3211820 h 6284853"/>
              <a:gd name="connsiteX287" fmla="*/ 6435008 w 11947224"/>
              <a:gd name="connsiteY287" fmla="*/ 3214993 h 6284853"/>
              <a:gd name="connsiteX288" fmla="*/ 6416463 w 11947224"/>
              <a:gd name="connsiteY288" fmla="*/ 3237005 h 6284853"/>
              <a:gd name="connsiteX289" fmla="*/ 6459028 w 11947224"/>
              <a:gd name="connsiteY289" fmla="*/ 3251899 h 6284853"/>
              <a:gd name="connsiteX290" fmla="*/ 6466608 w 11947224"/>
              <a:gd name="connsiteY290" fmla="*/ 3263544 h 6284853"/>
              <a:gd name="connsiteX291" fmla="*/ 6458493 w 11947224"/>
              <a:gd name="connsiteY291" fmla="*/ 3267302 h 6284853"/>
              <a:gd name="connsiteX292" fmla="*/ 6413099 w 11947224"/>
              <a:gd name="connsiteY292" fmla="*/ 3256271 h 6284853"/>
              <a:gd name="connsiteX293" fmla="*/ 6388712 w 11947224"/>
              <a:gd name="connsiteY293" fmla="*/ 3331573 h 6284853"/>
              <a:gd name="connsiteX294" fmla="*/ 6350533 w 11947224"/>
              <a:gd name="connsiteY294" fmla="*/ 3287156 h 6284853"/>
              <a:gd name="connsiteX295" fmla="*/ 6298896 w 11947224"/>
              <a:gd name="connsiteY295" fmla="*/ 3390337 h 6284853"/>
              <a:gd name="connsiteX296" fmla="*/ 6318397 w 11947224"/>
              <a:gd name="connsiteY296" fmla="*/ 3268549 h 6284853"/>
              <a:gd name="connsiteX297" fmla="*/ 6256971 w 11947224"/>
              <a:gd name="connsiteY297" fmla="*/ 3296519 h 6284853"/>
              <a:gd name="connsiteX298" fmla="*/ 6273802 w 11947224"/>
              <a:gd name="connsiteY298" fmla="*/ 3266599 h 6284853"/>
              <a:gd name="connsiteX299" fmla="*/ 6276910 w 11947224"/>
              <a:gd name="connsiteY299" fmla="*/ 3265484 h 6284853"/>
              <a:gd name="connsiteX300" fmla="*/ 6274881 w 11947224"/>
              <a:gd name="connsiteY300" fmla="*/ 3264681 h 6284853"/>
              <a:gd name="connsiteX301" fmla="*/ 6292846 w 11947224"/>
              <a:gd name="connsiteY301" fmla="*/ 3232746 h 6284853"/>
              <a:gd name="connsiteX302" fmla="*/ 6220152 w 11947224"/>
              <a:gd name="connsiteY302" fmla="*/ 3243028 h 6284853"/>
              <a:gd name="connsiteX303" fmla="*/ 6206870 w 11947224"/>
              <a:gd name="connsiteY303" fmla="*/ 3237773 h 6284853"/>
              <a:gd name="connsiteX304" fmla="*/ 6225644 w 11947224"/>
              <a:gd name="connsiteY304" fmla="*/ 3225698 h 6284853"/>
              <a:gd name="connsiteX305" fmla="*/ 6270526 w 11947224"/>
              <a:gd name="connsiteY305" fmla="*/ 3225800 h 6284853"/>
              <a:gd name="connsiteX306" fmla="*/ 6257945 w 11947224"/>
              <a:gd name="connsiteY306" fmla="*/ 3204922 h 6284853"/>
              <a:gd name="connsiteX307" fmla="*/ 6268620 w 11947224"/>
              <a:gd name="connsiteY307" fmla="*/ 3198056 h 6284853"/>
              <a:gd name="connsiteX308" fmla="*/ 6259497 w 11947224"/>
              <a:gd name="connsiteY308" fmla="*/ 3187141 h 6284853"/>
              <a:gd name="connsiteX309" fmla="*/ 6300124 w 11947224"/>
              <a:gd name="connsiteY309" fmla="*/ 3200884 h 6284853"/>
              <a:gd name="connsiteX310" fmla="*/ 4473498 w 11947224"/>
              <a:gd name="connsiteY310" fmla="*/ 2910629 h 6284853"/>
              <a:gd name="connsiteX311" fmla="*/ 4478158 w 11947224"/>
              <a:gd name="connsiteY311" fmla="*/ 2918260 h 6284853"/>
              <a:gd name="connsiteX312" fmla="*/ 4472384 w 11947224"/>
              <a:gd name="connsiteY312" fmla="*/ 2964618 h 6284853"/>
              <a:gd name="connsiteX313" fmla="*/ 4549980 w 11947224"/>
              <a:gd name="connsiteY313" fmla="*/ 2980244 h 6284853"/>
              <a:gd name="connsiteX314" fmla="*/ 4510213 w 11947224"/>
              <a:gd name="connsiteY314" fmla="*/ 3023247 h 6284853"/>
              <a:gd name="connsiteX315" fmla="*/ 4618616 w 11947224"/>
              <a:gd name="connsiteY315" fmla="*/ 3062761 h 6284853"/>
              <a:gd name="connsiteX316" fmla="*/ 4495399 w 11947224"/>
              <a:gd name="connsiteY316" fmla="*/ 3057298 h 6284853"/>
              <a:gd name="connsiteX317" fmla="*/ 4530202 w 11947224"/>
              <a:gd name="connsiteY317" fmla="*/ 3115127 h 6284853"/>
              <a:gd name="connsiteX318" fmla="*/ 4498555 w 11947224"/>
              <a:gd name="connsiteY318" fmla="*/ 3101824 h 6284853"/>
              <a:gd name="connsiteX319" fmla="*/ 4497092 w 11947224"/>
              <a:gd name="connsiteY319" fmla="*/ 3098863 h 6284853"/>
              <a:gd name="connsiteX320" fmla="*/ 4496525 w 11947224"/>
              <a:gd name="connsiteY320" fmla="*/ 3100970 h 6284853"/>
              <a:gd name="connsiteX321" fmla="*/ 4462747 w 11947224"/>
              <a:gd name="connsiteY321" fmla="*/ 3086770 h 6284853"/>
              <a:gd name="connsiteX322" fmla="*/ 4481266 w 11947224"/>
              <a:gd name="connsiteY322" fmla="*/ 3157815 h 6284853"/>
              <a:gd name="connsiteX323" fmla="*/ 4477563 w 11947224"/>
              <a:gd name="connsiteY323" fmla="*/ 3171610 h 6284853"/>
              <a:gd name="connsiteX324" fmla="*/ 4463421 w 11947224"/>
              <a:gd name="connsiteY324" fmla="*/ 3154337 h 6284853"/>
              <a:gd name="connsiteX325" fmla="*/ 4458396 w 11947224"/>
              <a:gd name="connsiteY325" fmla="*/ 3109738 h 6284853"/>
              <a:gd name="connsiteX326" fmla="*/ 4439091 w 11947224"/>
              <a:gd name="connsiteY326" fmla="*/ 3124621 h 6284853"/>
              <a:gd name="connsiteX327" fmla="*/ 4431052 w 11947224"/>
              <a:gd name="connsiteY327" fmla="*/ 3114800 h 6284853"/>
              <a:gd name="connsiteX328" fmla="*/ 4421251 w 11947224"/>
              <a:gd name="connsiteY328" fmla="*/ 3125110 h 6284853"/>
              <a:gd name="connsiteX329" fmla="*/ 4430264 w 11947224"/>
              <a:gd name="connsiteY329" fmla="*/ 3083179 h 6284853"/>
              <a:gd name="connsiteX330" fmla="*/ 4354273 w 11947224"/>
              <a:gd name="connsiteY330" fmla="*/ 3093394 h 6284853"/>
              <a:gd name="connsiteX331" fmla="*/ 4403546 w 11947224"/>
              <a:gd name="connsiteY331" fmla="*/ 3049203 h 6284853"/>
              <a:gd name="connsiteX332" fmla="*/ 4352419 w 11947224"/>
              <a:gd name="connsiteY332" fmla="*/ 2999543 h 6284853"/>
              <a:gd name="connsiteX333" fmla="*/ 4415978 w 11947224"/>
              <a:gd name="connsiteY333" fmla="*/ 2983859 h 6284853"/>
              <a:gd name="connsiteX334" fmla="*/ 4384514 w 11947224"/>
              <a:gd name="connsiteY334" fmla="*/ 2938858 h 6284853"/>
              <a:gd name="connsiteX335" fmla="*/ 4388490 w 11947224"/>
              <a:gd name="connsiteY335" fmla="*/ 2920778 h 6284853"/>
              <a:gd name="connsiteX336" fmla="*/ 4421441 w 11947224"/>
              <a:gd name="connsiteY336" fmla="*/ 2942635 h 6284853"/>
              <a:gd name="connsiteX337" fmla="*/ 4425957 w 11947224"/>
              <a:gd name="connsiteY337" fmla="*/ 2949980 h 6284853"/>
              <a:gd name="connsiteX338" fmla="*/ 4428874 w 11947224"/>
              <a:gd name="connsiteY338" fmla="*/ 2947566 h 6284853"/>
              <a:gd name="connsiteX339" fmla="*/ 4452860 w 11947224"/>
              <a:gd name="connsiteY339" fmla="*/ 2963477 h 6284853"/>
              <a:gd name="connsiteX340" fmla="*/ 4462795 w 11947224"/>
              <a:gd name="connsiteY340" fmla="*/ 2919488 h 6284853"/>
              <a:gd name="connsiteX341" fmla="*/ 172066 w 11947224"/>
              <a:gd name="connsiteY341" fmla="*/ 2746343 h 6284853"/>
              <a:gd name="connsiteX342" fmla="*/ 187750 w 11947224"/>
              <a:gd name="connsiteY342" fmla="*/ 2809901 h 6284853"/>
              <a:gd name="connsiteX343" fmla="*/ 232752 w 11947224"/>
              <a:gd name="connsiteY343" fmla="*/ 2778438 h 6284853"/>
              <a:gd name="connsiteX344" fmla="*/ 250831 w 11947224"/>
              <a:gd name="connsiteY344" fmla="*/ 2782414 h 6284853"/>
              <a:gd name="connsiteX345" fmla="*/ 228974 w 11947224"/>
              <a:gd name="connsiteY345" fmla="*/ 2815364 h 6284853"/>
              <a:gd name="connsiteX346" fmla="*/ 221629 w 11947224"/>
              <a:gd name="connsiteY346" fmla="*/ 2819882 h 6284853"/>
              <a:gd name="connsiteX347" fmla="*/ 224043 w 11947224"/>
              <a:gd name="connsiteY347" fmla="*/ 2822798 h 6284853"/>
              <a:gd name="connsiteX348" fmla="*/ 208133 w 11947224"/>
              <a:gd name="connsiteY348" fmla="*/ 2846784 h 6284853"/>
              <a:gd name="connsiteX349" fmla="*/ 252121 w 11947224"/>
              <a:gd name="connsiteY349" fmla="*/ 2856719 h 6284853"/>
              <a:gd name="connsiteX350" fmla="*/ 260981 w 11947224"/>
              <a:gd name="connsiteY350" fmla="*/ 2867423 h 6284853"/>
              <a:gd name="connsiteX351" fmla="*/ 253349 w 11947224"/>
              <a:gd name="connsiteY351" fmla="*/ 2872082 h 6284853"/>
              <a:gd name="connsiteX352" fmla="*/ 206991 w 11947224"/>
              <a:gd name="connsiteY352" fmla="*/ 2866308 h 6284853"/>
              <a:gd name="connsiteX353" fmla="*/ 191365 w 11947224"/>
              <a:gd name="connsiteY353" fmla="*/ 2943904 h 6284853"/>
              <a:gd name="connsiteX354" fmla="*/ 148362 w 11947224"/>
              <a:gd name="connsiteY354" fmla="*/ 2904137 h 6284853"/>
              <a:gd name="connsiteX355" fmla="*/ 108848 w 11947224"/>
              <a:gd name="connsiteY355" fmla="*/ 3012541 h 6284853"/>
              <a:gd name="connsiteX356" fmla="*/ 114311 w 11947224"/>
              <a:gd name="connsiteY356" fmla="*/ 2889323 h 6284853"/>
              <a:gd name="connsiteX357" fmla="*/ 56482 w 11947224"/>
              <a:gd name="connsiteY357" fmla="*/ 2924126 h 6284853"/>
              <a:gd name="connsiteX358" fmla="*/ 69786 w 11947224"/>
              <a:gd name="connsiteY358" fmla="*/ 2892479 h 6284853"/>
              <a:gd name="connsiteX359" fmla="*/ 72746 w 11947224"/>
              <a:gd name="connsiteY359" fmla="*/ 2891016 h 6284853"/>
              <a:gd name="connsiteX360" fmla="*/ 70639 w 11947224"/>
              <a:gd name="connsiteY360" fmla="*/ 2890450 h 6284853"/>
              <a:gd name="connsiteX361" fmla="*/ 84838 w 11947224"/>
              <a:gd name="connsiteY361" fmla="*/ 2856671 h 6284853"/>
              <a:gd name="connsiteX362" fmla="*/ 13794 w 11947224"/>
              <a:gd name="connsiteY362" fmla="*/ 2875190 h 6284853"/>
              <a:gd name="connsiteX363" fmla="*/ 0 w 11947224"/>
              <a:gd name="connsiteY363" fmla="*/ 2871486 h 6284853"/>
              <a:gd name="connsiteX364" fmla="*/ 17272 w 11947224"/>
              <a:gd name="connsiteY364" fmla="*/ 2857346 h 6284853"/>
              <a:gd name="connsiteX365" fmla="*/ 61871 w 11947224"/>
              <a:gd name="connsiteY365" fmla="*/ 2852320 h 6284853"/>
              <a:gd name="connsiteX366" fmla="*/ 46988 w 11947224"/>
              <a:gd name="connsiteY366" fmla="*/ 2833016 h 6284853"/>
              <a:gd name="connsiteX367" fmla="*/ 56809 w 11947224"/>
              <a:gd name="connsiteY367" fmla="*/ 2824975 h 6284853"/>
              <a:gd name="connsiteX368" fmla="*/ 46499 w 11947224"/>
              <a:gd name="connsiteY368" fmla="*/ 2815174 h 6284853"/>
              <a:gd name="connsiteX369" fmla="*/ 88430 w 11947224"/>
              <a:gd name="connsiteY369" fmla="*/ 2824188 h 6284853"/>
              <a:gd name="connsiteX370" fmla="*/ 78215 w 11947224"/>
              <a:gd name="connsiteY370" fmla="*/ 2748197 h 6284853"/>
              <a:gd name="connsiteX371" fmla="*/ 122406 w 11947224"/>
              <a:gd name="connsiteY371" fmla="*/ 2797470 h 6284853"/>
              <a:gd name="connsiteX372" fmla="*/ 11117455 w 11947224"/>
              <a:gd name="connsiteY372" fmla="*/ 2720775 h 6284853"/>
              <a:gd name="connsiteX373" fmla="*/ 11123844 w 11947224"/>
              <a:gd name="connsiteY373" fmla="*/ 2727031 h 6284853"/>
              <a:gd name="connsiteX374" fmla="*/ 11129612 w 11947224"/>
              <a:gd name="connsiteY374" fmla="*/ 2773390 h 6284853"/>
              <a:gd name="connsiteX375" fmla="*/ 11208671 w 11947224"/>
              <a:gd name="connsiteY375" fmla="*/ 2769513 h 6284853"/>
              <a:gd name="connsiteX376" fmla="*/ 11180662 w 11947224"/>
              <a:gd name="connsiteY376" fmla="*/ 2820954 h 6284853"/>
              <a:gd name="connsiteX377" fmla="*/ 11295445 w 11947224"/>
              <a:gd name="connsiteY377" fmla="*/ 2832682 h 6284853"/>
              <a:gd name="connsiteX378" fmla="*/ 11174649 w 11947224"/>
              <a:gd name="connsiteY378" fmla="*/ 2857598 h 6284853"/>
              <a:gd name="connsiteX379" fmla="*/ 11222569 w 11947224"/>
              <a:gd name="connsiteY379" fmla="*/ 2905128 h 6284853"/>
              <a:gd name="connsiteX380" fmla="*/ 11188626 w 11947224"/>
              <a:gd name="connsiteY380" fmla="*/ 2899990 h 6284853"/>
              <a:gd name="connsiteX381" fmla="*/ 11186482 w 11947224"/>
              <a:gd name="connsiteY381" fmla="*/ 2897479 h 6284853"/>
              <a:gd name="connsiteX382" fmla="*/ 11186449 w 11947224"/>
              <a:gd name="connsiteY382" fmla="*/ 2899660 h 6284853"/>
              <a:gd name="connsiteX383" fmla="*/ 11150221 w 11947224"/>
              <a:gd name="connsiteY383" fmla="*/ 2894176 h 6284853"/>
              <a:gd name="connsiteX384" fmla="*/ 11185593 w 11947224"/>
              <a:gd name="connsiteY384" fmla="*/ 2958511 h 6284853"/>
              <a:gd name="connsiteX385" fmla="*/ 11185385 w 11947224"/>
              <a:gd name="connsiteY385" fmla="*/ 2972793 h 6284853"/>
              <a:gd name="connsiteX386" fmla="*/ 11167441 w 11947224"/>
              <a:gd name="connsiteY386" fmla="*/ 2959516 h 6284853"/>
              <a:gd name="connsiteX387" fmla="*/ 11151633 w 11947224"/>
              <a:gd name="connsiteY387" fmla="*/ 2917510 h 6284853"/>
              <a:gd name="connsiteX388" fmla="*/ 11136567 w 11947224"/>
              <a:gd name="connsiteY388" fmla="*/ 2936671 h 6284853"/>
              <a:gd name="connsiteX389" fmla="*/ 11126365 w 11947224"/>
              <a:gd name="connsiteY389" fmla="*/ 2929122 h 6284853"/>
              <a:gd name="connsiteX390" fmla="*/ 11119391 w 11947224"/>
              <a:gd name="connsiteY390" fmla="*/ 2941520 h 6284853"/>
              <a:gd name="connsiteX391" fmla="*/ 11117848 w 11947224"/>
              <a:gd name="connsiteY391" fmla="*/ 2898660 h 6284853"/>
              <a:gd name="connsiteX392" fmla="*/ 11046681 w 11947224"/>
              <a:gd name="connsiteY392" fmla="*/ 2927196 h 6284853"/>
              <a:gd name="connsiteX393" fmla="*/ 11083615 w 11947224"/>
              <a:gd name="connsiteY393" fmla="*/ 2872271 h 6284853"/>
              <a:gd name="connsiteX394" fmla="*/ 11021872 w 11947224"/>
              <a:gd name="connsiteY394" fmla="*/ 2836663 h 6284853"/>
              <a:gd name="connsiteX395" fmla="*/ 11079646 w 11947224"/>
              <a:gd name="connsiteY395" fmla="*/ 2805874 h 6284853"/>
              <a:gd name="connsiteX396" fmla="*/ 11038108 w 11947224"/>
              <a:gd name="connsiteY396" fmla="*/ 2769961 h 6284853"/>
              <a:gd name="connsiteX397" fmla="*/ 11037530 w 11947224"/>
              <a:gd name="connsiteY397" fmla="*/ 2751458 h 6284853"/>
              <a:gd name="connsiteX398" fmla="*/ 11074834 w 11947224"/>
              <a:gd name="connsiteY398" fmla="*/ 2764569 h 6284853"/>
              <a:gd name="connsiteX399" fmla="*/ 11081014 w 11947224"/>
              <a:gd name="connsiteY399" fmla="*/ 2770583 h 6284853"/>
              <a:gd name="connsiteX400" fmla="*/ 11083250 w 11947224"/>
              <a:gd name="connsiteY400" fmla="*/ 2767526 h 6284853"/>
              <a:gd name="connsiteX401" fmla="*/ 11110405 w 11947224"/>
              <a:gd name="connsiteY401" fmla="*/ 2777070 h 6284853"/>
              <a:gd name="connsiteX402" fmla="*/ 11109250 w 11947224"/>
              <a:gd name="connsiteY402" fmla="*/ 2731989 h 6284853"/>
              <a:gd name="connsiteX403" fmla="*/ 8459974 w 11947224"/>
              <a:gd name="connsiteY403" fmla="*/ 1986640 h 6284853"/>
              <a:gd name="connsiteX404" fmla="*/ 8475658 w 11947224"/>
              <a:gd name="connsiteY404" fmla="*/ 2050199 h 6284853"/>
              <a:gd name="connsiteX405" fmla="*/ 8520659 w 11947224"/>
              <a:gd name="connsiteY405" fmla="*/ 2018736 h 6284853"/>
              <a:gd name="connsiteX406" fmla="*/ 8538739 w 11947224"/>
              <a:gd name="connsiteY406" fmla="*/ 2022711 h 6284853"/>
              <a:gd name="connsiteX407" fmla="*/ 8516882 w 11947224"/>
              <a:gd name="connsiteY407" fmla="*/ 2055662 h 6284853"/>
              <a:gd name="connsiteX408" fmla="*/ 8509536 w 11947224"/>
              <a:gd name="connsiteY408" fmla="*/ 2060179 h 6284853"/>
              <a:gd name="connsiteX409" fmla="*/ 8511951 w 11947224"/>
              <a:gd name="connsiteY409" fmla="*/ 2063096 h 6284853"/>
              <a:gd name="connsiteX410" fmla="*/ 8496041 w 11947224"/>
              <a:gd name="connsiteY410" fmla="*/ 2087082 h 6284853"/>
              <a:gd name="connsiteX411" fmla="*/ 8540028 w 11947224"/>
              <a:gd name="connsiteY411" fmla="*/ 2097016 h 6284853"/>
              <a:gd name="connsiteX412" fmla="*/ 8548888 w 11947224"/>
              <a:gd name="connsiteY412" fmla="*/ 2107719 h 6284853"/>
              <a:gd name="connsiteX413" fmla="*/ 8541256 w 11947224"/>
              <a:gd name="connsiteY413" fmla="*/ 2112380 h 6284853"/>
              <a:gd name="connsiteX414" fmla="*/ 8494899 w 11947224"/>
              <a:gd name="connsiteY414" fmla="*/ 2106605 h 6284853"/>
              <a:gd name="connsiteX415" fmla="*/ 8479272 w 11947224"/>
              <a:gd name="connsiteY415" fmla="*/ 2184201 h 6284853"/>
              <a:gd name="connsiteX416" fmla="*/ 8436270 w 11947224"/>
              <a:gd name="connsiteY416" fmla="*/ 2144435 h 6284853"/>
              <a:gd name="connsiteX417" fmla="*/ 8396756 w 11947224"/>
              <a:gd name="connsiteY417" fmla="*/ 2252838 h 6284853"/>
              <a:gd name="connsiteX418" fmla="*/ 8402219 w 11947224"/>
              <a:gd name="connsiteY418" fmla="*/ 2129620 h 6284853"/>
              <a:gd name="connsiteX419" fmla="*/ 8344390 w 11947224"/>
              <a:gd name="connsiteY419" fmla="*/ 2164423 h 6284853"/>
              <a:gd name="connsiteX420" fmla="*/ 8357694 w 11947224"/>
              <a:gd name="connsiteY420" fmla="*/ 2132776 h 6284853"/>
              <a:gd name="connsiteX421" fmla="*/ 8360654 w 11947224"/>
              <a:gd name="connsiteY421" fmla="*/ 2131314 h 6284853"/>
              <a:gd name="connsiteX422" fmla="*/ 8358547 w 11947224"/>
              <a:gd name="connsiteY422" fmla="*/ 2130747 h 6284853"/>
              <a:gd name="connsiteX423" fmla="*/ 8372746 w 11947224"/>
              <a:gd name="connsiteY423" fmla="*/ 2096969 h 6284853"/>
              <a:gd name="connsiteX424" fmla="*/ 8301702 w 11947224"/>
              <a:gd name="connsiteY424" fmla="*/ 2115487 h 6284853"/>
              <a:gd name="connsiteX425" fmla="*/ 8287908 w 11947224"/>
              <a:gd name="connsiteY425" fmla="*/ 2111784 h 6284853"/>
              <a:gd name="connsiteX426" fmla="*/ 8305179 w 11947224"/>
              <a:gd name="connsiteY426" fmla="*/ 2097643 h 6284853"/>
              <a:gd name="connsiteX427" fmla="*/ 8349779 w 11947224"/>
              <a:gd name="connsiteY427" fmla="*/ 2092618 h 6284853"/>
              <a:gd name="connsiteX428" fmla="*/ 8334896 w 11947224"/>
              <a:gd name="connsiteY428" fmla="*/ 2073313 h 6284853"/>
              <a:gd name="connsiteX429" fmla="*/ 8344716 w 11947224"/>
              <a:gd name="connsiteY429" fmla="*/ 2065273 h 6284853"/>
              <a:gd name="connsiteX430" fmla="*/ 8334407 w 11947224"/>
              <a:gd name="connsiteY430" fmla="*/ 2055472 h 6284853"/>
              <a:gd name="connsiteX431" fmla="*/ 8376338 w 11947224"/>
              <a:gd name="connsiteY431" fmla="*/ 2064485 h 6284853"/>
              <a:gd name="connsiteX432" fmla="*/ 8366123 w 11947224"/>
              <a:gd name="connsiteY432" fmla="*/ 1988494 h 6284853"/>
              <a:gd name="connsiteX433" fmla="*/ 8410314 w 11947224"/>
              <a:gd name="connsiteY433" fmla="*/ 2037767 h 6284853"/>
              <a:gd name="connsiteX434" fmla="*/ 10061989 w 11947224"/>
              <a:gd name="connsiteY434" fmla="*/ 1634842 h 6284853"/>
              <a:gd name="connsiteX435" fmla="*/ 10069613 w 11947224"/>
              <a:gd name="connsiteY435" fmla="*/ 1650268 h 6284853"/>
              <a:gd name="connsiteX436" fmla="*/ 10060166 w 11947224"/>
              <a:gd name="connsiteY436" fmla="*/ 1743961 h 6284853"/>
              <a:gd name="connsiteX437" fmla="*/ 10187122 w 11947224"/>
              <a:gd name="connsiteY437" fmla="*/ 1775545 h 6284853"/>
              <a:gd name="connsiteX438" fmla="*/ 10122059 w 11947224"/>
              <a:gd name="connsiteY438" fmla="*/ 1862458 h 6284853"/>
              <a:gd name="connsiteX439" fmla="*/ 10299422 w 11947224"/>
              <a:gd name="connsiteY439" fmla="*/ 1942321 h 6284853"/>
              <a:gd name="connsiteX440" fmla="*/ 10097821 w 11947224"/>
              <a:gd name="connsiteY440" fmla="*/ 1931279 h 6284853"/>
              <a:gd name="connsiteX441" fmla="*/ 10154763 w 11947224"/>
              <a:gd name="connsiteY441" fmla="*/ 2048159 h 6284853"/>
              <a:gd name="connsiteX442" fmla="*/ 10102984 w 11947224"/>
              <a:gd name="connsiteY442" fmla="*/ 2021271 h 6284853"/>
              <a:gd name="connsiteX443" fmla="*/ 10100591 w 11947224"/>
              <a:gd name="connsiteY443" fmla="*/ 2015287 h 6284853"/>
              <a:gd name="connsiteX444" fmla="*/ 10099665 w 11947224"/>
              <a:gd name="connsiteY444" fmla="*/ 2019547 h 6284853"/>
              <a:gd name="connsiteX445" fmla="*/ 10044399 w 11947224"/>
              <a:gd name="connsiteY445" fmla="*/ 1990847 h 6284853"/>
              <a:gd name="connsiteX446" fmla="*/ 10074697 w 11947224"/>
              <a:gd name="connsiteY446" fmla="*/ 2134436 h 6284853"/>
              <a:gd name="connsiteX447" fmla="*/ 10068638 w 11947224"/>
              <a:gd name="connsiteY447" fmla="*/ 2162317 h 6284853"/>
              <a:gd name="connsiteX448" fmla="*/ 10045502 w 11947224"/>
              <a:gd name="connsiteY448" fmla="*/ 2127409 h 6284853"/>
              <a:gd name="connsiteX449" fmla="*/ 10037279 w 11947224"/>
              <a:gd name="connsiteY449" fmla="*/ 2037267 h 6284853"/>
              <a:gd name="connsiteX450" fmla="*/ 10005695 w 11947224"/>
              <a:gd name="connsiteY450" fmla="*/ 2067347 h 6284853"/>
              <a:gd name="connsiteX451" fmla="*/ 9992540 w 11947224"/>
              <a:gd name="connsiteY451" fmla="*/ 2047499 h 6284853"/>
              <a:gd name="connsiteX452" fmla="*/ 9976504 w 11947224"/>
              <a:gd name="connsiteY452" fmla="*/ 2068336 h 6284853"/>
              <a:gd name="connsiteX453" fmla="*/ 9991251 w 11947224"/>
              <a:gd name="connsiteY453" fmla="*/ 1983588 h 6284853"/>
              <a:gd name="connsiteX454" fmla="*/ 9866920 w 11947224"/>
              <a:gd name="connsiteY454" fmla="*/ 2004234 h 6284853"/>
              <a:gd name="connsiteX455" fmla="*/ 9947537 w 11947224"/>
              <a:gd name="connsiteY455" fmla="*/ 1914918 h 6284853"/>
              <a:gd name="connsiteX456" fmla="*/ 9863886 w 11947224"/>
              <a:gd name="connsiteY456" fmla="*/ 1814549 h 6284853"/>
              <a:gd name="connsiteX457" fmla="*/ 9967877 w 11947224"/>
              <a:gd name="connsiteY457" fmla="*/ 1782850 h 6284853"/>
              <a:gd name="connsiteX458" fmla="*/ 9916398 w 11947224"/>
              <a:gd name="connsiteY458" fmla="*/ 1691897 h 6284853"/>
              <a:gd name="connsiteX459" fmla="*/ 9922904 w 11947224"/>
              <a:gd name="connsiteY459" fmla="*/ 1655356 h 6284853"/>
              <a:gd name="connsiteX460" fmla="*/ 9976815 w 11947224"/>
              <a:gd name="connsiteY460" fmla="*/ 1699531 h 6284853"/>
              <a:gd name="connsiteX461" fmla="*/ 9984206 w 11947224"/>
              <a:gd name="connsiteY461" fmla="*/ 1714378 h 6284853"/>
              <a:gd name="connsiteX462" fmla="*/ 9988978 w 11947224"/>
              <a:gd name="connsiteY462" fmla="*/ 1709498 h 6284853"/>
              <a:gd name="connsiteX463" fmla="*/ 10028222 w 11947224"/>
              <a:gd name="connsiteY463" fmla="*/ 1741654 h 6284853"/>
              <a:gd name="connsiteX464" fmla="*/ 10044476 w 11947224"/>
              <a:gd name="connsiteY464" fmla="*/ 1652750 h 6284853"/>
              <a:gd name="connsiteX465" fmla="*/ 10837804 w 11947224"/>
              <a:gd name="connsiteY465" fmla="*/ 691909 h 6284853"/>
              <a:gd name="connsiteX466" fmla="*/ 10877691 w 11947224"/>
              <a:gd name="connsiteY466" fmla="*/ 744726 h 6284853"/>
              <a:gd name="connsiteX467" fmla="*/ 10931478 w 11947224"/>
              <a:gd name="connsiteY467" fmla="*/ 697960 h 6284853"/>
              <a:gd name="connsiteX468" fmla="*/ 10941757 w 11947224"/>
              <a:gd name="connsiteY468" fmla="*/ 762614 h 6284853"/>
              <a:gd name="connsiteX469" fmla="*/ 10989247 w 11947224"/>
              <a:gd name="connsiteY469" fmla="*/ 735050 h 6284853"/>
              <a:gd name="connsiteX470" fmla="*/ 11006927 w 11947224"/>
              <a:gd name="connsiteY470" fmla="*/ 740533 h 6284853"/>
              <a:gd name="connsiteX471" fmla="*/ 10982375 w 11947224"/>
              <a:gd name="connsiteY471" fmla="*/ 771527 h 6284853"/>
              <a:gd name="connsiteX472" fmla="*/ 10974675 w 11947224"/>
              <a:gd name="connsiteY472" fmla="*/ 775410 h 6284853"/>
              <a:gd name="connsiteX473" fmla="*/ 10976835 w 11947224"/>
              <a:gd name="connsiteY473" fmla="*/ 778519 h 6284853"/>
              <a:gd name="connsiteX474" fmla="*/ 10958963 w 11947224"/>
              <a:gd name="connsiteY474" fmla="*/ 801081 h 6284853"/>
              <a:gd name="connsiteX475" fmla="*/ 11001958 w 11947224"/>
              <a:gd name="connsiteY475" fmla="*/ 814683 h 6284853"/>
              <a:gd name="connsiteX476" fmla="*/ 11009886 w 11947224"/>
              <a:gd name="connsiteY476" fmla="*/ 826095 h 6284853"/>
              <a:gd name="connsiteX477" fmla="*/ 11001889 w 11947224"/>
              <a:gd name="connsiteY477" fmla="*/ 830095 h 6284853"/>
              <a:gd name="connsiteX478" fmla="*/ 10956182 w 11947224"/>
              <a:gd name="connsiteY478" fmla="*/ 820440 h 6284853"/>
              <a:gd name="connsiteX479" fmla="*/ 10934080 w 11947224"/>
              <a:gd name="connsiteY479" fmla="*/ 896444 h 6284853"/>
              <a:gd name="connsiteX480" fmla="*/ 10894577 w 11947224"/>
              <a:gd name="connsiteY480" fmla="*/ 853200 h 6284853"/>
              <a:gd name="connsiteX481" fmla="*/ 10846079 w 11947224"/>
              <a:gd name="connsiteY481" fmla="*/ 957892 h 6284853"/>
              <a:gd name="connsiteX482" fmla="*/ 10861894 w 11947224"/>
              <a:gd name="connsiteY482" fmla="*/ 835571 h 6284853"/>
              <a:gd name="connsiteX483" fmla="*/ 10801340 w 11947224"/>
              <a:gd name="connsiteY483" fmla="*/ 865384 h 6284853"/>
              <a:gd name="connsiteX484" fmla="*/ 10817261 w 11947224"/>
              <a:gd name="connsiteY484" fmla="*/ 834969 h 6284853"/>
              <a:gd name="connsiteX485" fmla="*/ 10820334 w 11947224"/>
              <a:gd name="connsiteY485" fmla="*/ 833760 h 6284853"/>
              <a:gd name="connsiteX486" fmla="*/ 10818281 w 11947224"/>
              <a:gd name="connsiteY486" fmla="*/ 833019 h 6284853"/>
              <a:gd name="connsiteX487" fmla="*/ 10835274 w 11947224"/>
              <a:gd name="connsiteY487" fmla="*/ 800556 h 6284853"/>
              <a:gd name="connsiteX488" fmla="*/ 10762923 w 11947224"/>
              <a:gd name="connsiteY488" fmla="*/ 813029 h 6284853"/>
              <a:gd name="connsiteX489" fmla="*/ 10749489 w 11947224"/>
              <a:gd name="connsiteY489" fmla="*/ 808177 h 6284853"/>
              <a:gd name="connsiteX490" fmla="*/ 10767890 w 11947224"/>
              <a:gd name="connsiteY490" fmla="*/ 795541 h 6284853"/>
              <a:gd name="connsiteX491" fmla="*/ 10812754 w 11947224"/>
              <a:gd name="connsiteY491" fmla="*/ 794287 h 6284853"/>
              <a:gd name="connsiteX492" fmla="*/ 10799549 w 11947224"/>
              <a:gd name="connsiteY492" fmla="*/ 773798 h 6284853"/>
              <a:gd name="connsiteX493" fmla="*/ 10810011 w 11947224"/>
              <a:gd name="connsiteY493" fmla="*/ 766613 h 6284853"/>
              <a:gd name="connsiteX494" fmla="*/ 10800563 w 11947224"/>
              <a:gd name="connsiteY494" fmla="*/ 755979 h 6284853"/>
              <a:gd name="connsiteX495" fmla="*/ 10841587 w 11947224"/>
              <a:gd name="connsiteY495" fmla="*/ 768489 h 6284853"/>
              <a:gd name="connsiteX496" fmla="*/ 1056611 w 11947224"/>
              <a:gd name="connsiteY496" fmla="*/ 669862 h 6284853"/>
              <a:gd name="connsiteX497" fmla="*/ 1083683 w 11947224"/>
              <a:gd name="connsiteY497" fmla="*/ 749314 h 6284853"/>
              <a:gd name="connsiteX498" fmla="*/ 1127390 w 11947224"/>
              <a:gd name="connsiteY498" fmla="*/ 702912 h 6284853"/>
              <a:gd name="connsiteX499" fmla="*/ 1147589 w 11947224"/>
              <a:gd name="connsiteY499" fmla="*/ 705591 h 6284853"/>
              <a:gd name="connsiteX500" fmla="*/ 1129168 w 11947224"/>
              <a:gd name="connsiteY500" fmla="*/ 750799 h 6284853"/>
              <a:gd name="connsiteX501" fmla="*/ 1121936 w 11947224"/>
              <a:gd name="connsiteY501" fmla="*/ 757579 h 6284853"/>
              <a:gd name="connsiteX502" fmla="*/ 1125012 w 11947224"/>
              <a:gd name="connsiteY502" fmla="*/ 760999 h 6284853"/>
              <a:gd name="connsiteX503" fmla="*/ 1111603 w 11947224"/>
              <a:gd name="connsiteY503" fmla="*/ 793907 h 6284853"/>
              <a:gd name="connsiteX504" fmla="*/ 1160790 w 11947224"/>
              <a:gd name="connsiteY504" fmla="*/ 800760 h 6284853"/>
              <a:gd name="connsiteX505" fmla="*/ 1172080 w 11947224"/>
              <a:gd name="connsiteY505" fmla="*/ 813307 h 6284853"/>
              <a:gd name="connsiteX506" fmla="*/ 1164560 w 11947224"/>
              <a:gd name="connsiteY506" fmla="*/ 820308 h 6284853"/>
              <a:gd name="connsiteX507" fmla="*/ 1113469 w 11947224"/>
              <a:gd name="connsiteY507" fmla="*/ 819112 h 6284853"/>
              <a:gd name="connsiteX508" fmla="*/ 1108884 w 11947224"/>
              <a:gd name="connsiteY508" fmla="*/ 920770 h 6284853"/>
              <a:gd name="connsiteX509" fmla="*/ 1056025 w 11947224"/>
              <a:gd name="connsiteY509" fmla="*/ 875508 h 6284853"/>
              <a:gd name="connsiteX510" fmla="*/ 1030480 w 11947224"/>
              <a:gd name="connsiteY510" fmla="*/ 1019898 h 6284853"/>
              <a:gd name="connsiteX511" fmla="*/ 1016817 w 11947224"/>
              <a:gd name="connsiteY511" fmla="*/ 861062 h 6284853"/>
              <a:gd name="connsiteX512" fmla="*/ 959757 w 11947224"/>
              <a:gd name="connsiteY512" fmla="*/ 913468 h 6284853"/>
              <a:gd name="connsiteX513" fmla="*/ 969128 w 11947224"/>
              <a:gd name="connsiteY513" fmla="*/ 871079 h 6284853"/>
              <a:gd name="connsiteX514" fmla="*/ 972100 w 11947224"/>
              <a:gd name="connsiteY514" fmla="*/ 868805 h 6284853"/>
              <a:gd name="connsiteX515" fmla="*/ 969729 w 11947224"/>
              <a:gd name="connsiteY515" fmla="*/ 868361 h 6284853"/>
              <a:gd name="connsiteX516" fmla="*/ 979731 w 11947224"/>
              <a:gd name="connsiteY516" fmla="*/ 823116 h 6284853"/>
              <a:gd name="connsiteX517" fmla="*/ 905782 w 11947224"/>
              <a:gd name="connsiteY517" fmla="*/ 856398 h 6284853"/>
              <a:gd name="connsiteX518" fmla="*/ 890263 w 11947224"/>
              <a:gd name="connsiteY518" fmla="*/ 853495 h 6284853"/>
              <a:gd name="connsiteX519" fmla="*/ 906710 w 11947224"/>
              <a:gd name="connsiteY519" fmla="*/ 833036 h 6284853"/>
              <a:gd name="connsiteX520" fmla="*/ 954182 w 11947224"/>
              <a:gd name="connsiteY520" fmla="*/ 820611 h 6284853"/>
              <a:gd name="connsiteX521" fmla="*/ 935008 w 11947224"/>
              <a:gd name="connsiteY521" fmla="*/ 797836 h 6284853"/>
              <a:gd name="connsiteX522" fmla="*/ 944359 w 11947224"/>
              <a:gd name="connsiteY522" fmla="*/ 786203 h 6284853"/>
              <a:gd name="connsiteX523" fmla="*/ 931644 w 11947224"/>
              <a:gd name="connsiteY523" fmla="*/ 775008 h 6284853"/>
              <a:gd name="connsiteX524" fmla="*/ 978458 w 11947224"/>
              <a:gd name="connsiteY524" fmla="*/ 780954 h 6284853"/>
              <a:gd name="connsiteX525" fmla="*/ 955329 w 11947224"/>
              <a:gd name="connsiteY525" fmla="*/ 684819 h 6284853"/>
              <a:gd name="connsiteX526" fmla="*/ 1010986 w 11947224"/>
              <a:gd name="connsiteY526" fmla="*/ 742119 h 6284853"/>
              <a:gd name="connsiteX527" fmla="*/ 9393628 w 11947224"/>
              <a:gd name="connsiteY527" fmla="*/ 449126 h 6284853"/>
              <a:gd name="connsiteX528" fmla="*/ 9398288 w 11947224"/>
              <a:gd name="connsiteY528" fmla="*/ 456758 h 6284853"/>
              <a:gd name="connsiteX529" fmla="*/ 9392513 w 11947224"/>
              <a:gd name="connsiteY529" fmla="*/ 503116 h 6284853"/>
              <a:gd name="connsiteX530" fmla="*/ 9470109 w 11947224"/>
              <a:gd name="connsiteY530" fmla="*/ 518742 h 6284853"/>
              <a:gd name="connsiteX531" fmla="*/ 9430342 w 11947224"/>
              <a:gd name="connsiteY531" fmla="*/ 561745 h 6284853"/>
              <a:gd name="connsiteX532" fmla="*/ 9538746 w 11947224"/>
              <a:gd name="connsiteY532" fmla="*/ 601259 h 6284853"/>
              <a:gd name="connsiteX533" fmla="*/ 9415528 w 11947224"/>
              <a:gd name="connsiteY533" fmla="*/ 595796 h 6284853"/>
              <a:gd name="connsiteX534" fmla="*/ 9450331 w 11947224"/>
              <a:gd name="connsiteY534" fmla="*/ 653625 h 6284853"/>
              <a:gd name="connsiteX535" fmla="*/ 9418684 w 11947224"/>
              <a:gd name="connsiteY535" fmla="*/ 640321 h 6284853"/>
              <a:gd name="connsiteX536" fmla="*/ 9417221 w 11947224"/>
              <a:gd name="connsiteY536" fmla="*/ 637361 h 6284853"/>
              <a:gd name="connsiteX537" fmla="*/ 9416655 w 11947224"/>
              <a:gd name="connsiteY537" fmla="*/ 639468 h 6284853"/>
              <a:gd name="connsiteX538" fmla="*/ 9382877 w 11947224"/>
              <a:gd name="connsiteY538" fmla="*/ 625269 h 6284853"/>
              <a:gd name="connsiteX539" fmla="*/ 9401395 w 11947224"/>
              <a:gd name="connsiteY539" fmla="*/ 696312 h 6284853"/>
              <a:gd name="connsiteX540" fmla="*/ 9397692 w 11947224"/>
              <a:gd name="connsiteY540" fmla="*/ 710107 h 6284853"/>
              <a:gd name="connsiteX541" fmla="*/ 9383551 w 11947224"/>
              <a:gd name="connsiteY541" fmla="*/ 692835 h 6284853"/>
              <a:gd name="connsiteX542" fmla="*/ 9378525 w 11947224"/>
              <a:gd name="connsiteY542" fmla="*/ 648236 h 6284853"/>
              <a:gd name="connsiteX543" fmla="*/ 9359221 w 11947224"/>
              <a:gd name="connsiteY543" fmla="*/ 663119 h 6284853"/>
              <a:gd name="connsiteX544" fmla="*/ 9351181 w 11947224"/>
              <a:gd name="connsiteY544" fmla="*/ 653298 h 6284853"/>
              <a:gd name="connsiteX545" fmla="*/ 9341380 w 11947224"/>
              <a:gd name="connsiteY545" fmla="*/ 663607 h 6284853"/>
              <a:gd name="connsiteX546" fmla="*/ 9350393 w 11947224"/>
              <a:gd name="connsiteY546" fmla="*/ 621677 h 6284853"/>
              <a:gd name="connsiteX547" fmla="*/ 9274402 w 11947224"/>
              <a:gd name="connsiteY547" fmla="*/ 631892 h 6284853"/>
              <a:gd name="connsiteX548" fmla="*/ 9323675 w 11947224"/>
              <a:gd name="connsiteY548" fmla="*/ 587701 h 6284853"/>
              <a:gd name="connsiteX549" fmla="*/ 9272548 w 11947224"/>
              <a:gd name="connsiteY549" fmla="*/ 538041 h 6284853"/>
              <a:gd name="connsiteX550" fmla="*/ 9336107 w 11947224"/>
              <a:gd name="connsiteY550" fmla="*/ 522357 h 6284853"/>
              <a:gd name="connsiteX551" fmla="*/ 9304643 w 11947224"/>
              <a:gd name="connsiteY551" fmla="*/ 477355 h 6284853"/>
              <a:gd name="connsiteX552" fmla="*/ 9308619 w 11947224"/>
              <a:gd name="connsiteY552" fmla="*/ 459276 h 6284853"/>
              <a:gd name="connsiteX553" fmla="*/ 9341570 w 11947224"/>
              <a:gd name="connsiteY553" fmla="*/ 481132 h 6284853"/>
              <a:gd name="connsiteX554" fmla="*/ 9346087 w 11947224"/>
              <a:gd name="connsiteY554" fmla="*/ 488478 h 6284853"/>
              <a:gd name="connsiteX555" fmla="*/ 9349004 w 11947224"/>
              <a:gd name="connsiteY555" fmla="*/ 486064 h 6284853"/>
              <a:gd name="connsiteX556" fmla="*/ 9372990 w 11947224"/>
              <a:gd name="connsiteY556" fmla="*/ 501974 h 6284853"/>
              <a:gd name="connsiteX557" fmla="*/ 9382924 w 11947224"/>
              <a:gd name="connsiteY557" fmla="*/ 457986 h 6284853"/>
              <a:gd name="connsiteX558" fmla="*/ 5155179 w 11947224"/>
              <a:gd name="connsiteY558" fmla="*/ 185849 h 6284853"/>
              <a:gd name="connsiteX559" fmla="*/ 5159839 w 11947224"/>
              <a:gd name="connsiteY559" fmla="*/ 193481 h 6284853"/>
              <a:gd name="connsiteX560" fmla="*/ 5154065 w 11947224"/>
              <a:gd name="connsiteY560" fmla="*/ 239839 h 6284853"/>
              <a:gd name="connsiteX561" fmla="*/ 5231661 w 11947224"/>
              <a:gd name="connsiteY561" fmla="*/ 255465 h 6284853"/>
              <a:gd name="connsiteX562" fmla="*/ 5191894 w 11947224"/>
              <a:gd name="connsiteY562" fmla="*/ 298468 h 6284853"/>
              <a:gd name="connsiteX563" fmla="*/ 5300297 w 11947224"/>
              <a:gd name="connsiteY563" fmla="*/ 337982 h 6284853"/>
              <a:gd name="connsiteX564" fmla="*/ 5177080 w 11947224"/>
              <a:gd name="connsiteY564" fmla="*/ 332519 h 6284853"/>
              <a:gd name="connsiteX565" fmla="*/ 5211883 w 11947224"/>
              <a:gd name="connsiteY565" fmla="*/ 390348 h 6284853"/>
              <a:gd name="connsiteX566" fmla="*/ 5180235 w 11947224"/>
              <a:gd name="connsiteY566" fmla="*/ 377044 h 6284853"/>
              <a:gd name="connsiteX567" fmla="*/ 5178772 w 11947224"/>
              <a:gd name="connsiteY567" fmla="*/ 374084 h 6284853"/>
              <a:gd name="connsiteX568" fmla="*/ 5178207 w 11947224"/>
              <a:gd name="connsiteY568" fmla="*/ 376191 h 6284853"/>
              <a:gd name="connsiteX569" fmla="*/ 5144428 w 11947224"/>
              <a:gd name="connsiteY569" fmla="*/ 361991 h 6284853"/>
              <a:gd name="connsiteX570" fmla="*/ 5162947 w 11947224"/>
              <a:gd name="connsiteY570" fmla="*/ 433036 h 6284853"/>
              <a:gd name="connsiteX571" fmla="*/ 5159244 w 11947224"/>
              <a:gd name="connsiteY571" fmla="*/ 446830 h 6284853"/>
              <a:gd name="connsiteX572" fmla="*/ 5145103 w 11947224"/>
              <a:gd name="connsiteY572" fmla="*/ 429558 h 6284853"/>
              <a:gd name="connsiteX573" fmla="*/ 5140077 w 11947224"/>
              <a:gd name="connsiteY573" fmla="*/ 384959 h 6284853"/>
              <a:gd name="connsiteX574" fmla="*/ 5120773 w 11947224"/>
              <a:gd name="connsiteY574" fmla="*/ 399842 h 6284853"/>
              <a:gd name="connsiteX575" fmla="*/ 5112732 w 11947224"/>
              <a:gd name="connsiteY575" fmla="*/ 390021 h 6284853"/>
              <a:gd name="connsiteX576" fmla="*/ 5102931 w 11947224"/>
              <a:gd name="connsiteY576" fmla="*/ 400331 h 6284853"/>
              <a:gd name="connsiteX577" fmla="*/ 5111944 w 11947224"/>
              <a:gd name="connsiteY577" fmla="*/ 358400 h 6284853"/>
              <a:gd name="connsiteX578" fmla="*/ 5035954 w 11947224"/>
              <a:gd name="connsiteY578" fmla="*/ 368615 h 6284853"/>
              <a:gd name="connsiteX579" fmla="*/ 5085227 w 11947224"/>
              <a:gd name="connsiteY579" fmla="*/ 324424 h 6284853"/>
              <a:gd name="connsiteX580" fmla="*/ 5034099 w 11947224"/>
              <a:gd name="connsiteY580" fmla="*/ 274763 h 6284853"/>
              <a:gd name="connsiteX581" fmla="*/ 5097658 w 11947224"/>
              <a:gd name="connsiteY581" fmla="*/ 259080 h 6284853"/>
              <a:gd name="connsiteX582" fmla="*/ 5066194 w 11947224"/>
              <a:gd name="connsiteY582" fmla="*/ 214078 h 6284853"/>
              <a:gd name="connsiteX583" fmla="*/ 5070171 w 11947224"/>
              <a:gd name="connsiteY583" fmla="*/ 195999 h 6284853"/>
              <a:gd name="connsiteX584" fmla="*/ 5103121 w 11947224"/>
              <a:gd name="connsiteY584" fmla="*/ 217856 h 6284853"/>
              <a:gd name="connsiteX585" fmla="*/ 5107638 w 11947224"/>
              <a:gd name="connsiteY585" fmla="*/ 225201 h 6284853"/>
              <a:gd name="connsiteX586" fmla="*/ 5110556 w 11947224"/>
              <a:gd name="connsiteY586" fmla="*/ 222787 h 6284853"/>
              <a:gd name="connsiteX587" fmla="*/ 5134541 w 11947224"/>
              <a:gd name="connsiteY587" fmla="*/ 238697 h 6284853"/>
              <a:gd name="connsiteX588" fmla="*/ 5144475 w 11947224"/>
              <a:gd name="connsiteY588" fmla="*/ 194709 h 6284853"/>
              <a:gd name="connsiteX589" fmla="*/ 6916460 w 11947224"/>
              <a:gd name="connsiteY589" fmla="*/ 185849 h 6284853"/>
              <a:gd name="connsiteX590" fmla="*/ 6921120 w 11947224"/>
              <a:gd name="connsiteY590" fmla="*/ 193481 h 6284853"/>
              <a:gd name="connsiteX591" fmla="*/ 6915346 w 11947224"/>
              <a:gd name="connsiteY591" fmla="*/ 239839 h 6284853"/>
              <a:gd name="connsiteX592" fmla="*/ 6992941 w 11947224"/>
              <a:gd name="connsiteY592" fmla="*/ 255465 h 6284853"/>
              <a:gd name="connsiteX593" fmla="*/ 6953175 w 11947224"/>
              <a:gd name="connsiteY593" fmla="*/ 298468 h 6284853"/>
              <a:gd name="connsiteX594" fmla="*/ 7061578 w 11947224"/>
              <a:gd name="connsiteY594" fmla="*/ 337982 h 6284853"/>
              <a:gd name="connsiteX595" fmla="*/ 6938360 w 11947224"/>
              <a:gd name="connsiteY595" fmla="*/ 332519 h 6284853"/>
              <a:gd name="connsiteX596" fmla="*/ 6973163 w 11947224"/>
              <a:gd name="connsiteY596" fmla="*/ 390348 h 6284853"/>
              <a:gd name="connsiteX597" fmla="*/ 6941516 w 11947224"/>
              <a:gd name="connsiteY597" fmla="*/ 377044 h 6284853"/>
              <a:gd name="connsiteX598" fmla="*/ 6940053 w 11947224"/>
              <a:gd name="connsiteY598" fmla="*/ 374084 h 6284853"/>
              <a:gd name="connsiteX599" fmla="*/ 6939487 w 11947224"/>
              <a:gd name="connsiteY599" fmla="*/ 376191 h 6284853"/>
              <a:gd name="connsiteX600" fmla="*/ 6905709 w 11947224"/>
              <a:gd name="connsiteY600" fmla="*/ 361991 h 6284853"/>
              <a:gd name="connsiteX601" fmla="*/ 6924227 w 11947224"/>
              <a:gd name="connsiteY601" fmla="*/ 433035 h 6284853"/>
              <a:gd name="connsiteX602" fmla="*/ 6920524 w 11947224"/>
              <a:gd name="connsiteY602" fmla="*/ 446830 h 6284853"/>
              <a:gd name="connsiteX603" fmla="*/ 6906383 w 11947224"/>
              <a:gd name="connsiteY603" fmla="*/ 429558 h 6284853"/>
              <a:gd name="connsiteX604" fmla="*/ 6901358 w 11947224"/>
              <a:gd name="connsiteY604" fmla="*/ 384958 h 6284853"/>
              <a:gd name="connsiteX605" fmla="*/ 6882053 w 11947224"/>
              <a:gd name="connsiteY605" fmla="*/ 399841 h 6284853"/>
              <a:gd name="connsiteX606" fmla="*/ 6874013 w 11947224"/>
              <a:gd name="connsiteY606" fmla="*/ 390021 h 6284853"/>
              <a:gd name="connsiteX607" fmla="*/ 6864212 w 11947224"/>
              <a:gd name="connsiteY607" fmla="*/ 400330 h 6284853"/>
              <a:gd name="connsiteX608" fmla="*/ 6873225 w 11947224"/>
              <a:gd name="connsiteY608" fmla="*/ 358400 h 6284853"/>
              <a:gd name="connsiteX609" fmla="*/ 6797235 w 11947224"/>
              <a:gd name="connsiteY609" fmla="*/ 368615 h 6284853"/>
              <a:gd name="connsiteX610" fmla="*/ 6846508 w 11947224"/>
              <a:gd name="connsiteY610" fmla="*/ 324424 h 6284853"/>
              <a:gd name="connsiteX611" fmla="*/ 6795380 w 11947224"/>
              <a:gd name="connsiteY611" fmla="*/ 274763 h 6284853"/>
              <a:gd name="connsiteX612" fmla="*/ 6858939 w 11947224"/>
              <a:gd name="connsiteY612" fmla="*/ 259080 h 6284853"/>
              <a:gd name="connsiteX613" fmla="*/ 6827475 w 11947224"/>
              <a:gd name="connsiteY613" fmla="*/ 214078 h 6284853"/>
              <a:gd name="connsiteX614" fmla="*/ 6831452 w 11947224"/>
              <a:gd name="connsiteY614" fmla="*/ 195999 h 6284853"/>
              <a:gd name="connsiteX615" fmla="*/ 6864402 w 11947224"/>
              <a:gd name="connsiteY615" fmla="*/ 217856 h 6284853"/>
              <a:gd name="connsiteX616" fmla="*/ 6868919 w 11947224"/>
              <a:gd name="connsiteY616" fmla="*/ 225201 h 6284853"/>
              <a:gd name="connsiteX617" fmla="*/ 6871836 w 11947224"/>
              <a:gd name="connsiteY617" fmla="*/ 222787 h 6284853"/>
              <a:gd name="connsiteX618" fmla="*/ 6895822 w 11947224"/>
              <a:gd name="connsiteY618" fmla="*/ 238697 h 6284853"/>
              <a:gd name="connsiteX619" fmla="*/ 6905756 w 11947224"/>
              <a:gd name="connsiteY619" fmla="*/ 194709 h 6284853"/>
              <a:gd name="connsiteX620" fmla="*/ 10097724 w 11947224"/>
              <a:gd name="connsiteY620" fmla="*/ 0 h 6284853"/>
              <a:gd name="connsiteX621" fmla="*/ 10100206 w 11947224"/>
              <a:gd name="connsiteY621" fmla="*/ 5435 h 6284853"/>
              <a:gd name="connsiteX622" fmla="*/ 10097130 w 11947224"/>
              <a:gd name="connsiteY622" fmla="*/ 38447 h 6284853"/>
              <a:gd name="connsiteX623" fmla="*/ 10138466 w 11947224"/>
              <a:gd name="connsiteY623" fmla="*/ 49575 h 6284853"/>
              <a:gd name="connsiteX624" fmla="*/ 10117282 w 11947224"/>
              <a:gd name="connsiteY624" fmla="*/ 80197 h 6284853"/>
              <a:gd name="connsiteX625" fmla="*/ 10175030 w 11947224"/>
              <a:gd name="connsiteY625" fmla="*/ 108336 h 6284853"/>
              <a:gd name="connsiteX626" fmla="*/ 10109390 w 11947224"/>
              <a:gd name="connsiteY626" fmla="*/ 104446 h 6284853"/>
              <a:gd name="connsiteX627" fmla="*/ 10127930 w 11947224"/>
              <a:gd name="connsiteY627" fmla="*/ 145627 h 6284853"/>
              <a:gd name="connsiteX628" fmla="*/ 10111071 w 11947224"/>
              <a:gd name="connsiteY628" fmla="*/ 136153 h 6284853"/>
              <a:gd name="connsiteX629" fmla="*/ 10110292 w 11947224"/>
              <a:gd name="connsiteY629" fmla="*/ 134045 h 6284853"/>
              <a:gd name="connsiteX630" fmla="*/ 10109991 w 11947224"/>
              <a:gd name="connsiteY630" fmla="*/ 135545 h 6284853"/>
              <a:gd name="connsiteX631" fmla="*/ 10091996 w 11947224"/>
              <a:gd name="connsiteY631" fmla="*/ 125433 h 6284853"/>
              <a:gd name="connsiteX632" fmla="*/ 10101861 w 11947224"/>
              <a:gd name="connsiteY632" fmla="*/ 176025 h 6284853"/>
              <a:gd name="connsiteX633" fmla="*/ 10099889 w 11947224"/>
              <a:gd name="connsiteY633" fmla="*/ 185848 h 6284853"/>
              <a:gd name="connsiteX634" fmla="*/ 10092356 w 11947224"/>
              <a:gd name="connsiteY634" fmla="*/ 173549 h 6284853"/>
              <a:gd name="connsiteX635" fmla="*/ 10089678 w 11947224"/>
              <a:gd name="connsiteY635" fmla="*/ 141789 h 6284853"/>
              <a:gd name="connsiteX636" fmla="*/ 10079395 w 11947224"/>
              <a:gd name="connsiteY636" fmla="*/ 152387 h 6284853"/>
              <a:gd name="connsiteX637" fmla="*/ 10075112 w 11947224"/>
              <a:gd name="connsiteY637" fmla="*/ 145394 h 6284853"/>
              <a:gd name="connsiteX638" fmla="*/ 10069890 w 11947224"/>
              <a:gd name="connsiteY638" fmla="*/ 152735 h 6284853"/>
              <a:gd name="connsiteX639" fmla="*/ 10074692 w 11947224"/>
              <a:gd name="connsiteY639" fmla="*/ 122876 h 6284853"/>
              <a:gd name="connsiteX640" fmla="*/ 10034211 w 11947224"/>
              <a:gd name="connsiteY640" fmla="*/ 130150 h 6284853"/>
              <a:gd name="connsiteX641" fmla="*/ 10060459 w 11947224"/>
              <a:gd name="connsiteY641" fmla="*/ 98681 h 6284853"/>
              <a:gd name="connsiteX642" fmla="*/ 10033223 w 11947224"/>
              <a:gd name="connsiteY642" fmla="*/ 63317 h 6284853"/>
              <a:gd name="connsiteX643" fmla="*/ 10067082 w 11947224"/>
              <a:gd name="connsiteY643" fmla="*/ 52149 h 6284853"/>
              <a:gd name="connsiteX644" fmla="*/ 10050321 w 11947224"/>
              <a:gd name="connsiteY644" fmla="*/ 20103 h 6284853"/>
              <a:gd name="connsiteX645" fmla="*/ 10052439 w 11947224"/>
              <a:gd name="connsiteY645" fmla="*/ 7228 h 6284853"/>
              <a:gd name="connsiteX646" fmla="*/ 10069992 w 11947224"/>
              <a:gd name="connsiteY646" fmla="*/ 22793 h 6284853"/>
              <a:gd name="connsiteX647" fmla="*/ 10072398 w 11947224"/>
              <a:gd name="connsiteY647" fmla="*/ 28024 h 6284853"/>
              <a:gd name="connsiteX648" fmla="*/ 10073952 w 11947224"/>
              <a:gd name="connsiteY648" fmla="*/ 26304 h 6284853"/>
              <a:gd name="connsiteX649" fmla="*/ 10086729 w 11947224"/>
              <a:gd name="connsiteY649" fmla="*/ 37634 h 6284853"/>
              <a:gd name="connsiteX650" fmla="*/ 10092022 w 11947224"/>
              <a:gd name="connsiteY650" fmla="*/ 6310 h 628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</a:cxnLst>
            <a:rect l="l" t="t" r="r" b="b"/>
            <a:pathLst>
              <a:path w="11947224" h="6284853">
                <a:moveTo>
                  <a:pt x="11601719" y="6023809"/>
                </a:moveTo>
                <a:lnTo>
                  <a:pt x="11610771" y="6062299"/>
                </a:lnTo>
                <a:lnTo>
                  <a:pt x="11609034" y="6070746"/>
                </a:lnTo>
                <a:lnTo>
                  <a:pt x="11612814" y="6070983"/>
                </a:lnTo>
                <a:lnTo>
                  <a:pt x="11619403" y="6099002"/>
                </a:lnTo>
                <a:lnTo>
                  <a:pt x="11656760" y="6073742"/>
                </a:lnTo>
                <a:lnTo>
                  <a:pt x="11670628" y="6074613"/>
                </a:lnTo>
                <a:lnTo>
                  <a:pt x="11668799" y="6083366"/>
                </a:lnTo>
                <a:lnTo>
                  <a:pt x="11632851" y="6113201"/>
                </a:lnTo>
                <a:lnTo>
                  <a:pt x="11678709" y="6177717"/>
                </a:lnTo>
                <a:lnTo>
                  <a:pt x="11620283" y="6181833"/>
                </a:lnTo>
                <a:lnTo>
                  <a:pt x="11672241" y="6284853"/>
                </a:lnTo>
                <a:lnTo>
                  <a:pt x="11586172" y="6196509"/>
                </a:lnTo>
                <a:lnTo>
                  <a:pt x="11571945" y="6262487"/>
                </a:lnTo>
                <a:lnTo>
                  <a:pt x="11557987" y="6231123"/>
                </a:lnTo>
                <a:lnTo>
                  <a:pt x="11558948" y="6227964"/>
                </a:lnTo>
                <a:lnTo>
                  <a:pt x="11557093" y="6229112"/>
                </a:lnTo>
                <a:lnTo>
                  <a:pt x="11542195" y="6195636"/>
                </a:lnTo>
                <a:lnTo>
                  <a:pt x="11507051" y="6260096"/>
                </a:lnTo>
                <a:lnTo>
                  <a:pt x="11494907" y="6267615"/>
                </a:lnTo>
                <a:lnTo>
                  <a:pt x="11496426" y="6245344"/>
                </a:lnTo>
                <a:lnTo>
                  <a:pt x="11523298" y="6209397"/>
                </a:lnTo>
                <a:lnTo>
                  <a:pt x="11499039" y="6207027"/>
                </a:lnTo>
                <a:lnTo>
                  <a:pt x="11499902" y="6194365"/>
                </a:lnTo>
                <a:lnTo>
                  <a:pt x="11485700" y="6195169"/>
                </a:lnTo>
                <a:lnTo>
                  <a:pt x="11520978" y="6170778"/>
                </a:lnTo>
                <a:lnTo>
                  <a:pt x="11458597" y="6126196"/>
                </a:lnTo>
                <a:lnTo>
                  <a:pt x="11524766" y="6127721"/>
                </a:lnTo>
                <a:lnTo>
                  <a:pt x="11521501" y="6056521"/>
                </a:lnTo>
                <a:lnTo>
                  <a:pt x="11578565" y="6088606"/>
                </a:lnTo>
                <a:lnTo>
                  <a:pt x="11586443" y="6034264"/>
                </a:lnTo>
                <a:close/>
                <a:moveTo>
                  <a:pt x="4676433" y="5856635"/>
                </a:moveTo>
                <a:lnTo>
                  <a:pt x="4677401" y="5915199"/>
                </a:lnTo>
                <a:lnTo>
                  <a:pt x="4783066" y="5868857"/>
                </a:lnTo>
                <a:lnTo>
                  <a:pt x="4690221" y="5950049"/>
                </a:lnTo>
                <a:lnTo>
                  <a:pt x="4755337" y="5967804"/>
                </a:lnTo>
                <a:lnTo>
                  <a:pt x="4723269" y="5980055"/>
                </a:lnTo>
                <a:lnTo>
                  <a:pt x="4720165" y="5978926"/>
                </a:lnTo>
                <a:lnTo>
                  <a:pt x="4721213" y="5980840"/>
                </a:lnTo>
                <a:lnTo>
                  <a:pt x="4686984" y="5993916"/>
                </a:lnTo>
                <a:lnTo>
                  <a:pt x="4749460" y="6032476"/>
                </a:lnTo>
                <a:lnTo>
                  <a:pt x="4756315" y="6045006"/>
                </a:lnTo>
                <a:lnTo>
                  <a:pt x="4734158" y="6042292"/>
                </a:lnTo>
                <a:lnTo>
                  <a:pt x="4699707" y="6013525"/>
                </a:lnTo>
                <a:lnTo>
                  <a:pt x="4696037" y="6037622"/>
                </a:lnTo>
                <a:lnTo>
                  <a:pt x="4683440" y="6036079"/>
                </a:lnTo>
                <a:lnTo>
                  <a:pt x="4683478" y="6050304"/>
                </a:lnTo>
                <a:lnTo>
                  <a:pt x="4661021" y="6013765"/>
                </a:lnTo>
                <a:lnTo>
                  <a:pt x="4613147" y="6073658"/>
                </a:lnTo>
                <a:lnTo>
                  <a:pt x="4618229" y="6007666"/>
                </a:lnTo>
                <a:lnTo>
                  <a:pt x="4546956" y="6007097"/>
                </a:lnTo>
                <a:lnTo>
                  <a:pt x="4582064" y="5951841"/>
                </a:lnTo>
                <a:lnTo>
                  <a:pt x="4528226" y="5941052"/>
                </a:lnTo>
                <a:lnTo>
                  <a:pt x="4518607" y="5925236"/>
                </a:lnTo>
                <a:lnTo>
                  <a:pt x="4557528" y="5918267"/>
                </a:lnTo>
                <a:lnTo>
                  <a:pt x="4565869" y="5920456"/>
                </a:lnTo>
                <a:lnTo>
                  <a:pt x="4566310" y="5916695"/>
                </a:lnTo>
                <a:lnTo>
                  <a:pt x="4594641" y="5911622"/>
                </a:lnTo>
                <a:lnTo>
                  <a:pt x="4571429" y="5872960"/>
                </a:lnTo>
                <a:lnTo>
                  <a:pt x="4573044" y="5859159"/>
                </a:lnTo>
                <a:lnTo>
                  <a:pt x="4581685" y="5861456"/>
                </a:lnTo>
                <a:lnTo>
                  <a:pt x="4609543" y="5898957"/>
                </a:lnTo>
                <a:close/>
                <a:moveTo>
                  <a:pt x="9572993" y="5364606"/>
                </a:moveTo>
                <a:lnTo>
                  <a:pt x="9577653" y="5372238"/>
                </a:lnTo>
                <a:lnTo>
                  <a:pt x="9571878" y="5418596"/>
                </a:lnTo>
                <a:lnTo>
                  <a:pt x="9649474" y="5434222"/>
                </a:lnTo>
                <a:lnTo>
                  <a:pt x="9609707" y="5477225"/>
                </a:lnTo>
                <a:lnTo>
                  <a:pt x="9718111" y="5516739"/>
                </a:lnTo>
                <a:lnTo>
                  <a:pt x="9594893" y="5511276"/>
                </a:lnTo>
                <a:lnTo>
                  <a:pt x="9629696" y="5569105"/>
                </a:lnTo>
                <a:lnTo>
                  <a:pt x="9598049" y="5555801"/>
                </a:lnTo>
                <a:lnTo>
                  <a:pt x="9596586" y="5552841"/>
                </a:lnTo>
                <a:lnTo>
                  <a:pt x="9596020" y="5554948"/>
                </a:lnTo>
                <a:lnTo>
                  <a:pt x="9562242" y="5540748"/>
                </a:lnTo>
                <a:lnTo>
                  <a:pt x="9580760" y="5611793"/>
                </a:lnTo>
                <a:lnTo>
                  <a:pt x="9577057" y="5625587"/>
                </a:lnTo>
                <a:lnTo>
                  <a:pt x="9562916" y="5608315"/>
                </a:lnTo>
                <a:lnTo>
                  <a:pt x="9557890" y="5563716"/>
                </a:lnTo>
                <a:lnTo>
                  <a:pt x="9538586" y="5578599"/>
                </a:lnTo>
                <a:lnTo>
                  <a:pt x="9530546" y="5568778"/>
                </a:lnTo>
                <a:lnTo>
                  <a:pt x="9520745" y="5579088"/>
                </a:lnTo>
                <a:lnTo>
                  <a:pt x="9529758" y="5537157"/>
                </a:lnTo>
                <a:lnTo>
                  <a:pt x="9453767" y="5547372"/>
                </a:lnTo>
                <a:lnTo>
                  <a:pt x="9503040" y="5503181"/>
                </a:lnTo>
                <a:lnTo>
                  <a:pt x="9451913" y="5453521"/>
                </a:lnTo>
                <a:lnTo>
                  <a:pt x="9515472" y="5437837"/>
                </a:lnTo>
                <a:lnTo>
                  <a:pt x="9484008" y="5392835"/>
                </a:lnTo>
                <a:lnTo>
                  <a:pt x="9487984" y="5374756"/>
                </a:lnTo>
                <a:lnTo>
                  <a:pt x="9520935" y="5396613"/>
                </a:lnTo>
                <a:lnTo>
                  <a:pt x="9525452" y="5403958"/>
                </a:lnTo>
                <a:lnTo>
                  <a:pt x="9528369" y="5401544"/>
                </a:lnTo>
                <a:lnTo>
                  <a:pt x="9552355" y="5417454"/>
                </a:lnTo>
                <a:lnTo>
                  <a:pt x="9562289" y="5373466"/>
                </a:lnTo>
                <a:close/>
                <a:moveTo>
                  <a:pt x="7171518" y="5268792"/>
                </a:moveTo>
                <a:lnTo>
                  <a:pt x="7185993" y="5286152"/>
                </a:lnTo>
                <a:lnTo>
                  <a:pt x="7168055" y="5391595"/>
                </a:lnTo>
                <a:lnTo>
                  <a:pt x="7409108" y="5427138"/>
                </a:lnTo>
                <a:lnTo>
                  <a:pt x="7285572" y="5524949"/>
                </a:lnTo>
                <a:lnTo>
                  <a:pt x="7622330" y="5614827"/>
                </a:lnTo>
                <a:lnTo>
                  <a:pt x="7239551" y="5602400"/>
                </a:lnTo>
                <a:lnTo>
                  <a:pt x="7347667" y="5733936"/>
                </a:lnTo>
                <a:lnTo>
                  <a:pt x="7249355" y="5703676"/>
                </a:lnTo>
                <a:lnTo>
                  <a:pt x="7244810" y="5696942"/>
                </a:lnTo>
                <a:lnTo>
                  <a:pt x="7243052" y="5701736"/>
                </a:lnTo>
                <a:lnTo>
                  <a:pt x="7138119" y="5669438"/>
                </a:lnTo>
                <a:lnTo>
                  <a:pt x="7195646" y="5831031"/>
                </a:lnTo>
                <a:lnTo>
                  <a:pt x="7184142" y="5862408"/>
                </a:lnTo>
                <a:lnTo>
                  <a:pt x="7140213" y="5823122"/>
                </a:lnTo>
                <a:lnTo>
                  <a:pt x="7124601" y="5721678"/>
                </a:lnTo>
                <a:lnTo>
                  <a:pt x="7064632" y="5755530"/>
                </a:lnTo>
                <a:lnTo>
                  <a:pt x="7039655" y="5733193"/>
                </a:lnTo>
                <a:lnTo>
                  <a:pt x="7009207" y="5756642"/>
                </a:lnTo>
                <a:lnTo>
                  <a:pt x="7037207" y="5661268"/>
                </a:lnTo>
                <a:lnTo>
                  <a:pt x="6801141" y="5684503"/>
                </a:lnTo>
                <a:lnTo>
                  <a:pt x="6954209" y="5583987"/>
                </a:lnTo>
                <a:lnTo>
                  <a:pt x="6795380" y="5471033"/>
                </a:lnTo>
                <a:lnTo>
                  <a:pt x="6992827" y="5435359"/>
                </a:lnTo>
                <a:lnTo>
                  <a:pt x="6895085" y="5333001"/>
                </a:lnTo>
                <a:lnTo>
                  <a:pt x="6907437" y="5291879"/>
                </a:lnTo>
                <a:lnTo>
                  <a:pt x="7009798" y="5341593"/>
                </a:lnTo>
                <a:lnTo>
                  <a:pt x="7023830" y="5358301"/>
                </a:lnTo>
                <a:lnTo>
                  <a:pt x="7032892" y="5352809"/>
                </a:lnTo>
                <a:lnTo>
                  <a:pt x="7107404" y="5388998"/>
                </a:lnTo>
                <a:lnTo>
                  <a:pt x="7138266" y="5288945"/>
                </a:lnTo>
                <a:close/>
                <a:moveTo>
                  <a:pt x="11769234" y="4801768"/>
                </a:moveTo>
                <a:lnTo>
                  <a:pt x="11775623" y="4808025"/>
                </a:lnTo>
                <a:lnTo>
                  <a:pt x="11781391" y="4854384"/>
                </a:lnTo>
                <a:lnTo>
                  <a:pt x="11860450" y="4850507"/>
                </a:lnTo>
                <a:lnTo>
                  <a:pt x="11832441" y="4901948"/>
                </a:lnTo>
                <a:lnTo>
                  <a:pt x="11947224" y="4913676"/>
                </a:lnTo>
                <a:lnTo>
                  <a:pt x="11826428" y="4938591"/>
                </a:lnTo>
                <a:lnTo>
                  <a:pt x="11874348" y="4986122"/>
                </a:lnTo>
                <a:lnTo>
                  <a:pt x="11840405" y="4980983"/>
                </a:lnTo>
                <a:lnTo>
                  <a:pt x="11838261" y="4978472"/>
                </a:lnTo>
                <a:lnTo>
                  <a:pt x="11838228" y="4980654"/>
                </a:lnTo>
                <a:lnTo>
                  <a:pt x="11802000" y="4975169"/>
                </a:lnTo>
                <a:lnTo>
                  <a:pt x="11837372" y="5039505"/>
                </a:lnTo>
                <a:lnTo>
                  <a:pt x="11837164" y="5053786"/>
                </a:lnTo>
                <a:lnTo>
                  <a:pt x="11819220" y="5040509"/>
                </a:lnTo>
                <a:lnTo>
                  <a:pt x="11803412" y="4998503"/>
                </a:lnTo>
                <a:lnTo>
                  <a:pt x="11788347" y="5017665"/>
                </a:lnTo>
                <a:lnTo>
                  <a:pt x="11778144" y="5010115"/>
                </a:lnTo>
                <a:lnTo>
                  <a:pt x="11771170" y="5022514"/>
                </a:lnTo>
                <a:lnTo>
                  <a:pt x="11769627" y="4979653"/>
                </a:lnTo>
                <a:lnTo>
                  <a:pt x="11698460" y="5008188"/>
                </a:lnTo>
                <a:lnTo>
                  <a:pt x="11735394" y="4953265"/>
                </a:lnTo>
                <a:lnTo>
                  <a:pt x="11673651" y="4917657"/>
                </a:lnTo>
                <a:lnTo>
                  <a:pt x="11731425" y="4886867"/>
                </a:lnTo>
                <a:lnTo>
                  <a:pt x="11689887" y="4850954"/>
                </a:lnTo>
                <a:lnTo>
                  <a:pt x="11689309" y="4832452"/>
                </a:lnTo>
                <a:lnTo>
                  <a:pt x="11726613" y="4845562"/>
                </a:lnTo>
                <a:lnTo>
                  <a:pt x="11732793" y="4851576"/>
                </a:lnTo>
                <a:lnTo>
                  <a:pt x="11735029" y="4848520"/>
                </a:lnTo>
                <a:lnTo>
                  <a:pt x="11762184" y="4858063"/>
                </a:lnTo>
                <a:lnTo>
                  <a:pt x="11761029" y="4812982"/>
                </a:lnTo>
                <a:close/>
                <a:moveTo>
                  <a:pt x="10919635" y="4747443"/>
                </a:moveTo>
                <a:lnTo>
                  <a:pt x="10926024" y="4753700"/>
                </a:lnTo>
                <a:lnTo>
                  <a:pt x="10931792" y="4800058"/>
                </a:lnTo>
                <a:lnTo>
                  <a:pt x="11010851" y="4796182"/>
                </a:lnTo>
                <a:lnTo>
                  <a:pt x="10982841" y="4847622"/>
                </a:lnTo>
                <a:lnTo>
                  <a:pt x="11097625" y="4859351"/>
                </a:lnTo>
                <a:lnTo>
                  <a:pt x="10976829" y="4884266"/>
                </a:lnTo>
                <a:lnTo>
                  <a:pt x="11024748" y="4931797"/>
                </a:lnTo>
                <a:lnTo>
                  <a:pt x="10990805" y="4926658"/>
                </a:lnTo>
                <a:lnTo>
                  <a:pt x="10988661" y="4924147"/>
                </a:lnTo>
                <a:lnTo>
                  <a:pt x="10988629" y="4926329"/>
                </a:lnTo>
                <a:lnTo>
                  <a:pt x="10952401" y="4920844"/>
                </a:lnTo>
                <a:lnTo>
                  <a:pt x="10987773" y="4985180"/>
                </a:lnTo>
                <a:lnTo>
                  <a:pt x="10987565" y="4999461"/>
                </a:lnTo>
                <a:lnTo>
                  <a:pt x="10969621" y="4986184"/>
                </a:lnTo>
                <a:lnTo>
                  <a:pt x="10953813" y="4944178"/>
                </a:lnTo>
                <a:lnTo>
                  <a:pt x="10938747" y="4963340"/>
                </a:lnTo>
                <a:lnTo>
                  <a:pt x="10928545" y="4955790"/>
                </a:lnTo>
                <a:lnTo>
                  <a:pt x="10921571" y="4968189"/>
                </a:lnTo>
                <a:lnTo>
                  <a:pt x="10920028" y="4925328"/>
                </a:lnTo>
                <a:lnTo>
                  <a:pt x="10848861" y="4953863"/>
                </a:lnTo>
                <a:lnTo>
                  <a:pt x="10885795" y="4898940"/>
                </a:lnTo>
                <a:lnTo>
                  <a:pt x="10824052" y="4863332"/>
                </a:lnTo>
                <a:lnTo>
                  <a:pt x="10881825" y="4832542"/>
                </a:lnTo>
                <a:lnTo>
                  <a:pt x="10840288" y="4796629"/>
                </a:lnTo>
                <a:lnTo>
                  <a:pt x="10839710" y="4778127"/>
                </a:lnTo>
                <a:lnTo>
                  <a:pt x="10877014" y="4791237"/>
                </a:lnTo>
                <a:lnTo>
                  <a:pt x="10883194" y="4797251"/>
                </a:lnTo>
                <a:lnTo>
                  <a:pt x="10885430" y="4794195"/>
                </a:lnTo>
                <a:lnTo>
                  <a:pt x="10912585" y="4803738"/>
                </a:lnTo>
                <a:lnTo>
                  <a:pt x="10911430" y="4758657"/>
                </a:lnTo>
                <a:close/>
                <a:moveTo>
                  <a:pt x="8406379" y="4300648"/>
                </a:moveTo>
                <a:lnTo>
                  <a:pt x="8411039" y="4308280"/>
                </a:lnTo>
                <a:lnTo>
                  <a:pt x="8405264" y="4354638"/>
                </a:lnTo>
                <a:lnTo>
                  <a:pt x="8482860" y="4370264"/>
                </a:lnTo>
                <a:lnTo>
                  <a:pt x="8443093" y="4413267"/>
                </a:lnTo>
                <a:lnTo>
                  <a:pt x="8551497" y="4452781"/>
                </a:lnTo>
                <a:lnTo>
                  <a:pt x="8428279" y="4447318"/>
                </a:lnTo>
                <a:lnTo>
                  <a:pt x="8463082" y="4505147"/>
                </a:lnTo>
                <a:lnTo>
                  <a:pt x="8431435" y="4491843"/>
                </a:lnTo>
                <a:lnTo>
                  <a:pt x="8429972" y="4488883"/>
                </a:lnTo>
                <a:lnTo>
                  <a:pt x="8429406" y="4490990"/>
                </a:lnTo>
                <a:lnTo>
                  <a:pt x="8395628" y="4476790"/>
                </a:lnTo>
                <a:lnTo>
                  <a:pt x="8414146" y="4547835"/>
                </a:lnTo>
                <a:lnTo>
                  <a:pt x="8410443" y="4561629"/>
                </a:lnTo>
                <a:lnTo>
                  <a:pt x="8396302" y="4544357"/>
                </a:lnTo>
                <a:lnTo>
                  <a:pt x="8391276" y="4499758"/>
                </a:lnTo>
                <a:lnTo>
                  <a:pt x="8371972" y="4514641"/>
                </a:lnTo>
                <a:lnTo>
                  <a:pt x="8363932" y="4504820"/>
                </a:lnTo>
                <a:lnTo>
                  <a:pt x="8354131" y="4515130"/>
                </a:lnTo>
                <a:lnTo>
                  <a:pt x="8363144" y="4473199"/>
                </a:lnTo>
                <a:lnTo>
                  <a:pt x="8287153" y="4483414"/>
                </a:lnTo>
                <a:lnTo>
                  <a:pt x="8336426" y="4439223"/>
                </a:lnTo>
                <a:lnTo>
                  <a:pt x="8285299" y="4389563"/>
                </a:lnTo>
                <a:lnTo>
                  <a:pt x="8348858" y="4373879"/>
                </a:lnTo>
                <a:lnTo>
                  <a:pt x="8317394" y="4328877"/>
                </a:lnTo>
                <a:lnTo>
                  <a:pt x="8321370" y="4310798"/>
                </a:lnTo>
                <a:lnTo>
                  <a:pt x="8354321" y="4332655"/>
                </a:lnTo>
                <a:lnTo>
                  <a:pt x="8358838" y="4340000"/>
                </a:lnTo>
                <a:lnTo>
                  <a:pt x="8361755" y="4337586"/>
                </a:lnTo>
                <a:lnTo>
                  <a:pt x="8385741" y="4353496"/>
                </a:lnTo>
                <a:lnTo>
                  <a:pt x="8395675" y="4309508"/>
                </a:lnTo>
                <a:close/>
                <a:moveTo>
                  <a:pt x="11664535" y="3798226"/>
                </a:moveTo>
                <a:lnTo>
                  <a:pt x="11670924" y="3804483"/>
                </a:lnTo>
                <a:lnTo>
                  <a:pt x="11676691" y="3850842"/>
                </a:lnTo>
                <a:lnTo>
                  <a:pt x="11755750" y="3846965"/>
                </a:lnTo>
                <a:lnTo>
                  <a:pt x="11727741" y="3898406"/>
                </a:lnTo>
                <a:lnTo>
                  <a:pt x="11842524" y="3910134"/>
                </a:lnTo>
                <a:lnTo>
                  <a:pt x="11721728" y="3935049"/>
                </a:lnTo>
                <a:lnTo>
                  <a:pt x="11769648" y="3982580"/>
                </a:lnTo>
                <a:lnTo>
                  <a:pt x="11735705" y="3977441"/>
                </a:lnTo>
                <a:lnTo>
                  <a:pt x="11733561" y="3974931"/>
                </a:lnTo>
                <a:lnTo>
                  <a:pt x="11733529" y="3977112"/>
                </a:lnTo>
                <a:lnTo>
                  <a:pt x="11697300" y="3971627"/>
                </a:lnTo>
                <a:lnTo>
                  <a:pt x="11732672" y="4035963"/>
                </a:lnTo>
                <a:lnTo>
                  <a:pt x="11732465" y="4050244"/>
                </a:lnTo>
                <a:lnTo>
                  <a:pt x="11714520" y="4036967"/>
                </a:lnTo>
                <a:lnTo>
                  <a:pt x="11698713" y="3994961"/>
                </a:lnTo>
                <a:lnTo>
                  <a:pt x="11683647" y="4014123"/>
                </a:lnTo>
                <a:lnTo>
                  <a:pt x="11673444" y="4006573"/>
                </a:lnTo>
                <a:lnTo>
                  <a:pt x="11666470" y="4018972"/>
                </a:lnTo>
                <a:lnTo>
                  <a:pt x="11664927" y="3976111"/>
                </a:lnTo>
                <a:lnTo>
                  <a:pt x="11593761" y="4004646"/>
                </a:lnTo>
                <a:lnTo>
                  <a:pt x="11630694" y="3949723"/>
                </a:lnTo>
                <a:lnTo>
                  <a:pt x="11568952" y="3914115"/>
                </a:lnTo>
                <a:lnTo>
                  <a:pt x="11626725" y="3883325"/>
                </a:lnTo>
                <a:lnTo>
                  <a:pt x="11585187" y="3847412"/>
                </a:lnTo>
                <a:lnTo>
                  <a:pt x="11584609" y="3828910"/>
                </a:lnTo>
                <a:lnTo>
                  <a:pt x="11621913" y="3842020"/>
                </a:lnTo>
                <a:lnTo>
                  <a:pt x="11628093" y="3848034"/>
                </a:lnTo>
                <a:lnTo>
                  <a:pt x="11630330" y="3844978"/>
                </a:lnTo>
                <a:lnTo>
                  <a:pt x="11657484" y="3854521"/>
                </a:lnTo>
                <a:lnTo>
                  <a:pt x="11656330" y="3809440"/>
                </a:lnTo>
                <a:close/>
                <a:moveTo>
                  <a:pt x="10543038" y="3386127"/>
                </a:moveTo>
                <a:lnTo>
                  <a:pt x="10549427" y="3392383"/>
                </a:lnTo>
                <a:lnTo>
                  <a:pt x="10555195" y="3438742"/>
                </a:lnTo>
                <a:lnTo>
                  <a:pt x="10634254" y="3434865"/>
                </a:lnTo>
                <a:lnTo>
                  <a:pt x="10606245" y="3486306"/>
                </a:lnTo>
                <a:lnTo>
                  <a:pt x="10721028" y="3498034"/>
                </a:lnTo>
                <a:lnTo>
                  <a:pt x="10600232" y="3522950"/>
                </a:lnTo>
                <a:lnTo>
                  <a:pt x="10648152" y="3570480"/>
                </a:lnTo>
                <a:lnTo>
                  <a:pt x="10614209" y="3565342"/>
                </a:lnTo>
                <a:lnTo>
                  <a:pt x="10612065" y="3562831"/>
                </a:lnTo>
                <a:lnTo>
                  <a:pt x="10612033" y="3565012"/>
                </a:lnTo>
                <a:lnTo>
                  <a:pt x="10575804" y="3559528"/>
                </a:lnTo>
                <a:lnTo>
                  <a:pt x="10611176" y="3623863"/>
                </a:lnTo>
                <a:lnTo>
                  <a:pt x="10610969" y="3638145"/>
                </a:lnTo>
                <a:lnTo>
                  <a:pt x="10593024" y="3624867"/>
                </a:lnTo>
                <a:lnTo>
                  <a:pt x="10577216" y="3582862"/>
                </a:lnTo>
                <a:lnTo>
                  <a:pt x="10562151" y="3602023"/>
                </a:lnTo>
                <a:lnTo>
                  <a:pt x="10551948" y="3594474"/>
                </a:lnTo>
                <a:lnTo>
                  <a:pt x="10544974" y="3606872"/>
                </a:lnTo>
                <a:lnTo>
                  <a:pt x="10543431" y="3564011"/>
                </a:lnTo>
                <a:lnTo>
                  <a:pt x="10472264" y="3592547"/>
                </a:lnTo>
                <a:lnTo>
                  <a:pt x="10509198" y="3537622"/>
                </a:lnTo>
                <a:lnTo>
                  <a:pt x="10447455" y="3502014"/>
                </a:lnTo>
                <a:lnTo>
                  <a:pt x="10505229" y="3471226"/>
                </a:lnTo>
                <a:lnTo>
                  <a:pt x="10463691" y="3435312"/>
                </a:lnTo>
                <a:lnTo>
                  <a:pt x="10463113" y="3416810"/>
                </a:lnTo>
                <a:lnTo>
                  <a:pt x="10500417" y="3429921"/>
                </a:lnTo>
                <a:lnTo>
                  <a:pt x="10506597" y="3435934"/>
                </a:lnTo>
                <a:lnTo>
                  <a:pt x="10508833" y="3432879"/>
                </a:lnTo>
                <a:lnTo>
                  <a:pt x="10535988" y="3442422"/>
                </a:lnTo>
                <a:lnTo>
                  <a:pt x="10534834" y="3397341"/>
                </a:lnTo>
                <a:close/>
                <a:moveTo>
                  <a:pt x="6298655" y="3124225"/>
                </a:moveTo>
                <a:lnTo>
                  <a:pt x="6336930" y="3178222"/>
                </a:lnTo>
                <a:lnTo>
                  <a:pt x="6392104" y="3133102"/>
                </a:lnTo>
                <a:lnTo>
                  <a:pt x="6400426" y="3198036"/>
                </a:lnTo>
                <a:lnTo>
                  <a:pt x="6448727" y="3171918"/>
                </a:lnTo>
                <a:lnTo>
                  <a:pt x="6466233" y="3177933"/>
                </a:lnTo>
                <a:lnTo>
                  <a:pt x="6440756" y="3208171"/>
                </a:lnTo>
                <a:lnTo>
                  <a:pt x="6432943" y="3211820"/>
                </a:lnTo>
                <a:lnTo>
                  <a:pt x="6435008" y="3214993"/>
                </a:lnTo>
                <a:lnTo>
                  <a:pt x="6416463" y="3237005"/>
                </a:lnTo>
                <a:lnTo>
                  <a:pt x="6459028" y="3251899"/>
                </a:lnTo>
                <a:lnTo>
                  <a:pt x="6466608" y="3263544"/>
                </a:lnTo>
                <a:lnTo>
                  <a:pt x="6458493" y="3267302"/>
                </a:lnTo>
                <a:lnTo>
                  <a:pt x="6413099" y="3256271"/>
                </a:lnTo>
                <a:lnTo>
                  <a:pt x="6388712" y="3331573"/>
                </a:lnTo>
                <a:lnTo>
                  <a:pt x="6350533" y="3287156"/>
                </a:lnTo>
                <a:lnTo>
                  <a:pt x="6298896" y="3390337"/>
                </a:lnTo>
                <a:lnTo>
                  <a:pt x="6318397" y="3268549"/>
                </a:lnTo>
                <a:lnTo>
                  <a:pt x="6256971" y="3296519"/>
                </a:lnTo>
                <a:lnTo>
                  <a:pt x="6273802" y="3266599"/>
                </a:lnTo>
                <a:lnTo>
                  <a:pt x="6276910" y="3265484"/>
                </a:lnTo>
                <a:lnTo>
                  <a:pt x="6274881" y="3264681"/>
                </a:lnTo>
                <a:lnTo>
                  <a:pt x="6292846" y="3232746"/>
                </a:lnTo>
                <a:lnTo>
                  <a:pt x="6220152" y="3243028"/>
                </a:lnTo>
                <a:lnTo>
                  <a:pt x="6206870" y="3237773"/>
                </a:lnTo>
                <a:lnTo>
                  <a:pt x="6225644" y="3225698"/>
                </a:lnTo>
                <a:lnTo>
                  <a:pt x="6270526" y="3225800"/>
                </a:lnTo>
                <a:lnTo>
                  <a:pt x="6257945" y="3204922"/>
                </a:lnTo>
                <a:lnTo>
                  <a:pt x="6268620" y="3198056"/>
                </a:lnTo>
                <a:lnTo>
                  <a:pt x="6259497" y="3187141"/>
                </a:lnTo>
                <a:lnTo>
                  <a:pt x="6300124" y="3200884"/>
                </a:lnTo>
                <a:close/>
                <a:moveTo>
                  <a:pt x="4473498" y="2910629"/>
                </a:moveTo>
                <a:lnTo>
                  <a:pt x="4478158" y="2918260"/>
                </a:lnTo>
                <a:lnTo>
                  <a:pt x="4472384" y="2964618"/>
                </a:lnTo>
                <a:lnTo>
                  <a:pt x="4549980" y="2980244"/>
                </a:lnTo>
                <a:lnTo>
                  <a:pt x="4510213" y="3023247"/>
                </a:lnTo>
                <a:lnTo>
                  <a:pt x="4618616" y="3062761"/>
                </a:lnTo>
                <a:lnTo>
                  <a:pt x="4495399" y="3057298"/>
                </a:lnTo>
                <a:lnTo>
                  <a:pt x="4530202" y="3115127"/>
                </a:lnTo>
                <a:lnTo>
                  <a:pt x="4498555" y="3101824"/>
                </a:lnTo>
                <a:lnTo>
                  <a:pt x="4497092" y="3098863"/>
                </a:lnTo>
                <a:lnTo>
                  <a:pt x="4496525" y="3100970"/>
                </a:lnTo>
                <a:lnTo>
                  <a:pt x="4462747" y="3086770"/>
                </a:lnTo>
                <a:lnTo>
                  <a:pt x="4481266" y="3157815"/>
                </a:lnTo>
                <a:lnTo>
                  <a:pt x="4477563" y="3171610"/>
                </a:lnTo>
                <a:lnTo>
                  <a:pt x="4463421" y="3154337"/>
                </a:lnTo>
                <a:lnTo>
                  <a:pt x="4458396" y="3109738"/>
                </a:lnTo>
                <a:lnTo>
                  <a:pt x="4439091" y="3124621"/>
                </a:lnTo>
                <a:lnTo>
                  <a:pt x="4431052" y="3114800"/>
                </a:lnTo>
                <a:lnTo>
                  <a:pt x="4421251" y="3125110"/>
                </a:lnTo>
                <a:lnTo>
                  <a:pt x="4430264" y="3083179"/>
                </a:lnTo>
                <a:lnTo>
                  <a:pt x="4354273" y="3093394"/>
                </a:lnTo>
                <a:lnTo>
                  <a:pt x="4403546" y="3049203"/>
                </a:lnTo>
                <a:lnTo>
                  <a:pt x="4352419" y="2999543"/>
                </a:lnTo>
                <a:lnTo>
                  <a:pt x="4415978" y="2983859"/>
                </a:lnTo>
                <a:lnTo>
                  <a:pt x="4384514" y="2938858"/>
                </a:lnTo>
                <a:lnTo>
                  <a:pt x="4388490" y="2920778"/>
                </a:lnTo>
                <a:lnTo>
                  <a:pt x="4421441" y="2942635"/>
                </a:lnTo>
                <a:lnTo>
                  <a:pt x="4425957" y="2949980"/>
                </a:lnTo>
                <a:lnTo>
                  <a:pt x="4428874" y="2947566"/>
                </a:lnTo>
                <a:lnTo>
                  <a:pt x="4452860" y="2963477"/>
                </a:lnTo>
                <a:lnTo>
                  <a:pt x="4462795" y="2919488"/>
                </a:lnTo>
                <a:close/>
                <a:moveTo>
                  <a:pt x="172066" y="2746343"/>
                </a:moveTo>
                <a:lnTo>
                  <a:pt x="187750" y="2809901"/>
                </a:lnTo>
                <a:lnTo>
                  <a:pt x="232752" y="2778438"/>
                </a:lnTo>
                <a:lnTo>
                  <a:pt x="250831" y="2782414"/>
                </a:lnTo>
                <a:lnTo>
                  <a:pt x="228974" y="2815364"/>
                </a:lnTo>
                <a:lnTo>
                  <a:pt x="221629" y="2819882"/>
                </a:lnTo>
                <a:lnTo>
                  <a:pt x="224043" y="2822798"/>
                </a:lnTo>
                <a:lnTo>
                  <a:pt x="208133" y="2846784"/>
                </a:lnTo>
                <a:lnTo>
                  <a:pt x="252121" y="2856719"/>
                </a:lnTo>
                <a:lnTo>
                  <a:pt x="260981" y="2867423"/>
                </a:lnTo>
                <a:lnTo>
                  <a:pt x="253349" y="2872082"/>
                </a:lnTo>
                <a:lnTo>
                  <a:pt x="206991" y="2866308"/>
                </a:lnTo>
                <a:lnTo>
                  <a:pt x="191365" y="2943904"/>
                </a:lnTo>
                <a:lnTo>
                  <a:pt x="148362" y="2904137"/>
                </a:lnTo>
                <a:lnTo>
                  <a:pt x="108848" y="3012541"/>
                </a:lnTo>
                <a:lnTo>
                  <a:pt x="114311" y="2889323"/>
                </a:lnTo>
                <a:lnTo>
                  <a:pt x="56482" y="2924126"/>
                </a:lnTo>
                <a:lnTo>
                  <a:pt x="69786" y="2892479"/>
                </a:lnTo>
                <a:lnTo>
                  <a:pt x="72746" y="2891016"/>
                </a:lnTo>
                <a:lnTo>
                  <a:pt x="70639" y="2890450"/>
                </a:lnTo>
                <a:lnTo>
                  <a:pt x="84838" y="2856671"/>
                </a:lnTo>
                <a:lnTo>
                  <a:pt x="13794" y="2875190"/>
                </a:lnTo>
                <a:lnTo>
                  <a:pt x="0" y="2871486"/>
                </a:lnTo>
                <a:lnTo>
                  <a:pt x="17272" y="2857346"/>
                </a:lnTo>
                <a:lnTo>
                  <a:pt x="61871" y="2852320"/>
                </a:lnTo>
                <a:lnTo>
                  <a:pt x="46988" y="2833016"/>
                </a:lnTo>
                <a:lnTo>
                  <a:pt x="56809" y="2824975"/>
                </a:lnTo>
                <a:lnTo>
                  <a:pt x="46499" y="2815174"/>
                </a:lnTo>
                <a:lnTo>
                  <a:pt x="88430" y="2824188"/>
                </a:lnTo>
                <a:lnTo>
                  <a:pt x="78215" y="2748197"/>
                </a:lnTo>
                <a:lnTo>
                  <a:pt x="122406" y="2797470"/>
                </a:lnTo>
                <a:close/>
                <a:moveTo>
                  <a:pt x="11117455" y="2720775"/>
                </a:moveTo>
                <a:lnTo>
                  <a:pt x="11123844" y="2727031"/>
                </a:lnTo>
                <a:lnTo>
                  <a:pt x="11129612" y="2773390"/>
                </a:lnTo>
                <a:lnTo>
                  <a:pt x="11208671" y="2769513"/>
                </a:lnTo>
                <a:lnTo>
                  <a:pt x="11180662" y="2820954"/>
                </a:lnTo>
                <a:lnTo>
                  <a:pt x="11295445" y="2832682"/>
                </a:lnTo>
                <a:lnTo>
                  <a:pt x="11174649" y="2857598"/>
                </a:lnTo>
                <a:lnTo>
                  <a:pt x="11222569" y="2905128"/>
                </a:lnTo>
                <a:lnTo>
                  <a:pt x="11188626" y="2899990"/>
                </a:lnTo>
                <a:lnTo>
                  <a:pt x="11186482" y="2897479"/>
                </a:lnTo>
                <a:lnTo>
                  <a:pt x="11186449" y="2899660"/>
                </a:lnTo>
                <a:lnTo>
                  <a:pt x="11150221" y="2894176"/>
                </a:lnTo>
                <a:lnTo>
                  <a:pt x="11185593" y="2958511"/>
                </a:lnTo>
                <a:lnTo>
                  <a:pt x="11185385" y="2972793"/>
                </a:lnTo>
                <a:lnTo>
                  <a:pt x="11167441" y="2959516"/>
                </a:lnTo>
                <a:lnTo>
                  <a:pt x="11151633" y="2917510"/>
                </a:lnTo>
                <a:lnTo>
                  <a:pt x="11136567" y="2936671"/>
                </a:lnTo>
                <a:lnTo>
                  <a:pt x="11126365" y="2929122"/>
                </a:lnTo>
                <a:lnTo>
                  <a:pt x="11119391" y="2941520"/>
                </a:lnTo>
                <a:lnTo>
                  <a:pt x="11117848" y="2898660"/>
                </a:lnTo>
                <a:lnTo>
                  <a:pt x="11046681" y="2927196"/>
                </a:lnTo>
                <a:lnTo>
                  <a:pt x="11083615" y="2872271"/>
                </a:lnTo>
                <a:lnTo>
                  <a:pt x="11021872" y="2836663"/>
                </a:lnTo>
                <a:lnTo>
                  <a:pt x="11079646" y="2805874"/>
                </a:lnTo>
                <a:lnTo>
                  <a:pt x="11038108" y="2769961"/>
                </a:lnTo>
                <a:lnTo>
                  <a:pt x="11037530" y="2751458"/>
                </a:lnTo>
                <a:lnTo>
                  <a:pt x="11074834" y="2764569"/>
                </a:lnTo>
                <a:lnTo>
                  <a:pt x="11081014" y="2770583"/>
                </a:lnTo>
                <a:lnTo>
                  <a:pt x="11083250" y="2767526"/>
                </a:lnTo>
                <a:lnTo>
                  <a:pt x="11110405" y="2777070"/>
                </a:lnTo>
                <a:lnTo>
                  <a:pt x="11109250" y="2731989"/>
                </a:lnTo>
                <a:close/>
                <a:moveTo>
                  <a:pt x="8459974" y="1986640"/>
                </a:moveTo>
                <a:lnTo>
                  <a:pt x="8475658" y="2050199"/>
                </a:lnTo>
                <a:lnTo>
                  <a:pt x="8520659" y="2018736"/>
                </a:lnTo>
                <a:lnTo>
                  <a:pt x="8538739" y="2022711"/>
                </a:lnTo>
                <a:lnTo>
                  <a:pt x="8516882" y="2055662"/>
                </a:lnTo>
                <a:lnTo>
                  <a:pt x="8509536" y="2060179"/>
                </a:lnTo>
                <a:lnTo>
                  <a:pt x="8511951" y="2063096"/>
                </a:lnTo>
                <a:lnTo>
                  <a:pt x="8496041" y="2087082"/>
                </a:lnTo>
                <a:lnTo>
                  <a:pt x="8540028" y="2097016"/>
                </a:lnTo>
                <a:lnTo>
                  <a:pt x="8548888" y="2107719"/>
                </a:lnTo>
                <a:lnTo>
                  <a:pt x="8541256" y="2112380"/>
                </a:lnTo>
                <a:lnTo>
                  <a:pt x="8494899" y="2106605"/>
                </a:lnTo>
                <a:lnTo>
                  <a:pt x="8479272" y="2184201"/>
                </a:lnTo>
                <a:lnTo>
                  <a:pt x="8436270" y="2144435"/>
                </a:lnTo>
                <a:lnTo>
                  <a:pt x="8396756" y="2252838"/>
                </a:lnTo>
                <a:lnTo>
                  <a:pt x="8402219" y="2129620"/>
                </a:lnTo>
                <a:lnTo>
                  <a:pt x="8344390" y="2164423"/>
                </a:lnTo>
                <a:lnTo>
                  <a:pt x="8357694" y="2132776"/>
                </a:lnTo>
                <a:lnTo>
                  <a:pt x="8360654" y="2131314"/>
                </a:lnTo>
                <a:lnTo>
                  <a:pt x="8358547" y="2130747"/>
                </a:lnTo>
                <a:lnTo>
                  <a:pt x="8372746" y="2096969"/>
                </a:lnTo>
                <a:lnTo>
                  <a:pt x="8301702" y="2115487"/>
                </a:lnTo>
                <a:lnTo>
                  <a:pt x="8287908" y="2111784"/>
                </a:lnTo>
                <a:lnTo>
                  <a:pt x="8305179" y="2097643"/>
                </a:lnTo>
                <a:lnTo>
                  <a:pt x="8349779" y="2092618"/>
                </a:lnTo>
                <a:lnTo>
                  <a:pt x="8334896" y="2073313"/>
                </a:lnTo>
                <a:lnTo>
                  <a:pt x="8344716" y="2065273"/>
                </a:lnTo>
                <a:lnTo>
                  <a:pt x="8334407" y="2055472"/>
                </a:lnTo>
                <a:lnTo>
                  <a:pt x="8376338" y="2064485"/>
                </a:lnTo>
                <a:lnTo>
                  <a:pt x="8366123" y="1988494"/>
                </a:lnTo>
                <a:lnTo>
                  <a:pt x="8410314" y="2037767"/>
                </a:lnTo>
                <a:close/>
                <a:moveTo>
                  <a:pt x="10061989" y="1634842"/>
                </a:moveTo>
                <a:lnTo>
                  <a:pt x="10069613" y="1650268"/>
                </a:lnTo>
                <a:lnTo>
                  <a:pt x="10060166" y="1743961"/>
                </a:lnTo>
                <a:lnTo>
                  <a:pt x="10187122" y="1775545"/>
                </a:lnTo>
                <a:lnTo>
                  <a:pt x="10122059" y="1862458"/>
                </a:lnTo>
                <a:lnTo>
                  <a:pt x="10299422" y="1942321"/>
                </a:lnTo>
                <a:lnTo>
                  <a:pt x="10097821" y="1931279"/>
                </a:lnTo>
                <a:lnTo>
                  <a:pt x="10154763" y="2048159"/>
                </a:lnTo>
                <a:lnTo>
                  <a:pt x="10102984" y="2021271"/>
                </a:lnTo>
                <a:lnTo>
                  <a:pt x="10100591" y="2015287"/>
                </a:lnTo>
                <a:lnTo>
                  <a:pt x="10099665" y="2019547"/>
                </a:lnTo>
                <a:lnTo>
                  <a:pt x="10044399" y="1990847"/>
                </a:lnTo>
                <a:lnTo>
                  <a:pt x="10074697" y="2134436"/>
                </a:lnTo>
                <a:lnTo>
                  <a:pt x="10068638" y="2162317"/>
                </a:lnTo>
                <a:lnTo>
                  <a:pt x="10045502" y="2127409"/>
                </a:lnTo>
                <a:lnTo>
                  <a:pt x="10037279" y="2037267"/>
                </a:lnTo>
                <a:lnTo>
                  <a:pt x="10005695" y="2067347"/>
                </a:lnTo>
                <a:lnTo>
                  <a:pt x="9992540" y="2047499"/>
                </a:lnTo>
                <a:lnTo>
                  <a:pt x="9976504" y="2068336"/>
                </a:lnTo>
                <a:lnTo>
                  <a:pt x="9991251" y="1983588"/>
                </a:lnTo>
                <a:lnTo>
                  <a:pt x="9866920" y="2004234"/>
                </a:lnTo>
                <a:lnTo>
                  <a:pt x="9947537" y="1914918"/>
                </a:lnTo>
                <a:lnTo>
                  <a:pt x="9863886" y="1814549"/>
                </a:lnTo>
                <a:lnTo>
                  <a:pt x="9967877" y="1782850"/>
                </a:lnTo>
                <a:lnTo>
                  <a:pt x="9916398" y="1691897"/>
                </a:lnTo>
                <a:lnTo>
                  <a:pt x="9922904" y="1655356"/>
                </a:lnTo>
                <a:lnTo>
                  <a:pt x="9976815" y="1699531"/>
                </a:lnTo>
                <a:lnTo>
                  <a:pt x="9984206" y="1714378"/>
                </a:lnTo>
                <a:lnTo>
                  <a:pt x="9988978" y="1709498"/>
                </a:lnTo>
                <a:lnTo>
                  <a:pt x="10028222" y="1741654"/>
                </a:lnTo>
                <a:lnTo>
                  <a:pt x="10044476" y="1652750"/>
                </a:lnTo>
                <a:close/>
                <a:moveTo>
                  <a:pt x="10837804" y="691909"/>
                </a:moveTo>
                <a:lnTo>
                  <a:pt x="10877691" y="744726"/>
                </a:lnTo>
                <a:lnTo>
                  <a:pt x="10931478" y="697960"/>
                </a:lnTo>
                <a:lnTo>
                  <a:pt x="10941757" y="762614"/>
                </a:lnTo>
                <a:lnTo>
                  <a:pt x="10989247" y="735050"/>
                </a:lnTo>
                <a:lnTo>
                  <a:pt x="11006927" y="740533"/>
                </a:lnTo>
                <a:lnTo>
                  <a:pt x="10982375" y="771527"/>
                </a:lnTo>
                <a:lnTo>
                  <a:pt x="10974675" y="775410"/>
                </a:lnTo>
                <a:lnTo>
                  <a:pt x="10976835" y="778519"/>
                </a:lnTo>
                <a:lnTo>
                  <a:pt x="10958963" y="801081"/>
                </a:lnTo>
                <a:lnTo>
                  <a:pt x="11001958" y="814683"/>
                </a:lnTo>
                <a:lnTo>
                  <a:pt x="11009886" y="826095"/>
                </a:lnTo>
                <a:lnTo>
                  <a:pt x="11001889" y="830095"/>
                </a:lnTo>
                <a:lnTo>
                  <a:pt x="10956182" y="820440"/>
                </a:lnTo>
                <a:lnTo>
                  <a:pt x="10934080" y="896444"/>
                </a:lnTo>
                <a:lnTo>
                  <a:pt x="10894577" y="853200"/>
                </a:lnTo>
                <a:lnTo>
                  <a:pt x="10846079" y="957892"/>
                </a:lnTo>
                <a:lnTo>
                  <a:pt x="10861894" y="835571"/>
                </a:lnTo>
                <a:lnTo>
                  <a:pt x="10801340" y="865384"/>
                </a:lnTo>
                <a:lnTo>
                  <a:pt x="10817261" y="834969"/>
                </a:lnTo>
                <a:lnTo>
                  <a:pt x="10820334" y="833760"/>
                </a:lnTo>
                <a:lnTo>
                  <a:pt x="10818281" y="833019"/>
                </a:lnTo>
                <a:lnTo>
                  <a:pt x="10835274" y="800556"/>
                </a:lnTo>
                <a:lnTo>
                  <a:pt x="10762923" y="813029"/>
                </a:lnTo>
                <a:lnTo>
                  <a:pt x="10749489" y="808177"/>
                </a:lnTo>
                <a:lnTo>
                  <a:pt x="10767890" y="795541"/>
                </a:lnTo>
                <a:lnTo>
                  <a:pt x="10812754" y="794287"/>
                </a:lnTo>
                <a:lnTo>
                  <a:pt x="10799549" y="773798"/>
                </a:lnTo>
                <a:lnTo>
                  <a:pt x="10810011" y="766613"/>
                </a:lnTo>
                <a:lnTo>
                  <a:pt x="10800563" y="755979"/>
                </a:lnTo>
                <a:lnTo>
                  <a:pt x="10841587" y="768489"/>
                </a:lnTo>
                <a:close/>
                <a:moveTo>
                  <a:pt x="1056611" y="669862"/>
                </a:moveTo>
                <a:lnTo>
                  <a:pt x="1083683" y="749314"/>
                </a:lnTo>
                <a:lnTo>
                  <a:pt x="1127390" y="702912"/>
                </a:lnTo>
                <a:lnTo>
                  <a:pt x="1147589" y="705591"/>
                </a:lnTo>
                <a:lnTo>
                  <a:pt x="1129168" y="750799"/>
                </a:lnTo>
                <a:lnTo>
                  <a:pt x="1121936" y="757579"/>
                </a:lnTo>
                <a:lnTo>
                  <a:pt x="1125012" y="760999"/>
                </a:lnTo>
                <a:lnTo>
                  <a:pt x="1111603" y="793907"/>
                </a:lnTo>
                <a:lnTo>
                  <a:pt x="1160790" y="800760"/>
                </a:lnTo>
                <a:lnTo>
                  <a:pt x="1172080" y="813307"/>
                </a:lnTo>
                <a:lnTo>
                  <a:pt x="1164560" y="820308"/>
                </a:lnTo>
                <a:lnTo>
                  <a:pt x="1113469" y="819112"/>
                </a:lnTo>
                <a:lnTo>
                  <a:pt x="1108884" y="920770"/>
                </a:lnTo>
                <a:lnTo>
                  <a:pt x="1056025" y="875508"/>
                </a:lnTo>
                <a:lnTo>
                  <a:pt x="1030480" y="1019898"/>
                </a:lnTo>
                <a:lnTo>
                  <a:pt x="1016817" y="861062"/>
                </a:lnTo>
                <a:lnTo>
                  <a:pt x="959757" y="913468"/>
                </a:lnTo>
                <a:lnTo>
                  <a:pt x="969128" y="871079"/>
                </a:lnTo>
                <a:lnTo>
                  <a:pt x="972100" y="868805"/>
                </a:lnTo>
                <a:lnTo>
                  <a:pt x="969729" y="868361"/>
                </a:lnTo>
                <a:lnTo>
                  <a:pt x="979731" y="823116"/>
                </a:lnTo>
                <a:lnTo>
                  <a:pt x="905782" y="856398"/>
                </a:lnTo>
                <a:lnTo>
                  <a:pt x="890263" y="853495"/>
                </a:lnTo>
                <a:lnTo>
                  <a:pt x="906710" y="833036"/>
                </a:lnTo>
                <a:lnTo>
                  <a:pt x="954182" y="820611"/>
                </a:lnTo>
                <a:lnTo>
                  <a:pt x="935008" y="797836"/>
                </a:lnTo>
                <a:lnTo>
                  <a:pt x="944359" y="786203"/>
                </a:lnTo>
                <a:lnTo>
                  <a:pt x="931644" y="775008"/>
                </a:lnTo>
                <a:lnTo>
                  <a:pt x="978458" y="780954"/>
                </a:lnTo>
                <a:lnTo>
                  <a:pt x="955329" y="684819"/>
                </a:lnTo>
                <a:lnTo>
                  <a:pt x="1010986" y="742119"/>
                </a:lnTo>
                <a:close/>
                <a:moveTo>
                  <a:pt x="9393628" y="449126"/>
                </a:moveTo>
                <a:lnTo>
                  <a:pt x="9398288" y="456758"/>
                </a:lnTo>
                <a:lnTo>
                  <a:pt x="9392513" y="503116"/>
                </a:lnTo>
                <a:lnTo>
                  <a:pt x="9470109" y="518742"/>
                </a:lnTo>
                <a:lnTo>
                  <a:pt x="9430342" y="561745"/>
                </a:lnTo>
                <a:lnTo>
                  <a:pt x="9538746" y="601259"/>
                </a:lnTo>
                <a:lnTo>
                  <a:pt x="9415528" y="595796"/>
                </a:lnTo>
                <a:lnTo>
                  <a:pt x="9450331" y="653625"/>
                </a:lnTo>
                <a:lnTo>
                  <a:pt x="9418684" y="640321"/>
                </a:lnTo>
                <a:lnTo>
                  <a:pt x="9417221" y="637361"/>
                </a:lnTo>
                <a:lnTo>
                  <a:pt x="9416655" y="639468"/>
                </a:lnTo>
                <a:lnTo>
                  <a:pt x="9382877" y="625269"/>
                </a:lnTo>
                <a:lnTo>
                  <a:pt x="9401395" y="696312"/>
                </a:lnTo>
                <a:lnTo>
                  <a:pt x="9397692" y="710107"/>
                </a:lnTo>
                <a:lnTo>
                  <a:pt x="9383551" y="692835"/>
                </a:lnTo>
                <a:lnTo>
                  <a:pt x="9378525" y="648236"/>
                </a:lnTo>
                <a:lnTo>
                  <a:pt x="9359221" y="663119"/>
                </a:lnTo>
                <a:lnTo>
                  <a:pt x="9351181" y="653298"/>
                </a:lnTo>
                <a:lnTo>
                  <a:pt x="9341380" y="663607"/>
                </a:lnTo>
                <a:lnTo>
                  <a:pt x="9350393" y="621677"/>
                </a:lnTo>
                <a:lnTo>
                  <a:pt x="9274402" y="631892"/>
                </a:lnTo>
                <a:lnTo>
                  <a:pt x="9323675" y="587701"/>
                </a:lnTo>
                <a:lnTo>
                  <a:pt x="9272548" y="538041"/>
                </a:lnTo>
                <a:lnTo>
                  <a:pt x="9336107" y="522357"/>
                </a:lnTo>
                <a:lnTo>
                  <a:pt x="9304643" y="477355"/>
                </a:lnTo>
                <a:lnTo>
                  <a:pt x="9308619" y="459276"/>
                </a:lnTo>
                <a:lnTo>
                  <a:pt x="9341570" y="481132"/>
                </a:lnTo>
                <a:lnTo>
                  <a:pt x="9346087" y="488478"/>
                </a:lnTo>
                <a:lnTo>
                  <a:pt x="9349004" y="486064"/>
                </a:lnTo>
                <a:lnTo>
                  <a:pt x="9372990" y="501974"/>
                </a:lnTo>
                <a:lnTo>
                  <a:pt x="9382924" y="457986"/>
                </a:lnTo>
                <a:close/>
                <a:moveTo>
                  <a:pt x="5155179" y="185849"/>
                </a:moveTo>
                <a:lnTo>
                  <a:pt x="5159839" y="193481"/>
                </a:lnTo>
                <a:lnTo>
                  <a:pt x="5154065" y="239839"/>
                </a:lnTo>
                <a:lnTo>
                  <a:pt x="5231661" y="255465"/>
                </a:lnTo>
                <a:lnTo>
                  <a:pt x="5191894" y="298468"/>
                </a:lnTo>
                <a:lnTo>
                  <a:pt x="5300297" y="337982"/>
                </a:lnTo>
                <a:lnTo>
                  <a:pt x="5177080" y="332519"/>
                </a:lnTo>
                <a:lnTo>
                  <a:pt x="5211883" y="390348"/>
                </a:lnTo>
                <a:lnTo>
                  <a:pt x="5180235" y="377044"/>
                </a:lnTo>
                <a:lnTo>
                  <a:pt x="5178772" y="374084"/>
                </a:lnTo>
                <a:lnTo>
                  <a:pt x="5178207" y="376191"/>
                </a:lnTo>
                <a:lnTo>
                  <a:pt x="5144428" y="361991"/>
                </a:lnTo>
                <a:lnTo>
                  <a:pt x="5162947" y="433036"/>
                </a:lnTo>
                <a:lnTo>
                  <a:pt x="5159244" y="446830"/>
                </a:lnTo>
                <a:lnTo>
                  <a:pt x="5145103" y="429558"/>
                </a:lnTo>
                <a:lnTo>
                  <a:pt x="5140077" y="384959"/>
                </a:lnTo>
                <a:lnTo>
                  <a:pt x="5120773" y="399842"/>
                </a:lnTo>
                <a:lnTo>
                  <a:pt x="5112732" y="390021"/>
                </a:lnTo>
                <a:lnTo>
                  <a:pt x="5102931" y="400331"/>
                </a:lnTo>
                <a:lnTo>
                  <a:pt x="5111944" y="358400"/>
                </a:lnTo>
                <a:lnTo>
                  <a:pt x="5035954" y="368615"/>
                </a:lnTo>
                <a:lnTo>
                  <a:pt x="5085227" y="324424"/>
                </a:lnTo>
                <a:lnTo>
                  <a:pt x="5034099" y="274763"/>
                </a:lnTo>
                <a:lnTo>
                  <a:pt x="5097658" y="259080"/>
                </a:lnTo>
                <a:lnTo>
                  <a:pt x="5066194" y="214078"/>
                </a:lnTo>
                <a:lnTo>
                  <a:pt x="5070171" y="195999"/>
                </a:lnTo>
                <a:lnTo>
                  <a:pt x="5103121" y="217856"/>
                </a:lnTo>
                <a:lnTo>
                  <a:pt x="5107638" y="225201"/>
                </a:lnTo>
                <a:lnTo>
                  <a:pt x="5110556" y="222787"/>
                </a:lnTo>
                <a:lnTo>
                  <a:pt x="5134541" y="238697"/>
                </a:lnTo>
                <a:lnTo>
                  <a:pt x="5144475" y="194709"/>
                </a:lnTo>
                <a:close/>
                <a:moveTo>
                  <a:pt x="6916460" y="185849"/>
                </a:moveTo>
                <a:lnTo>
                  <a:pt x="6921120" y="193481"/>
                </a:lnTo>
                <a:lnTo>
                  <a:pt x="6915346" y="239839"/>
                </a:lnTo>
                <a:lnTo>
                  <a:pt x="6992941" y="255465"/>
                </a:lnTo>
                <a:lnTo>
                  <a:pt x="6953175" y="298468"/>
                </a:lnTo>
                <a:lnTo>
                  <a:pt x="7061578" y="337982"/>
                </a:lnTo>
                <a:lnTo>
                  <a:pt x="6938360" y="332519"/>
                </a:lnTo>
                <a:lnTo>
                  <a:pt x="6973163" y="390348"/>
                </a:lnTo>
                <a:lnTo>
                  <a:pt x="6941516" y="377044"/>
                </a:lnTo>
                <a:lnTo>
                  <a:pt x="6940053" y="374084"/>
                </a:lnTo>
                <a:lnTo>
                  <a:pt x="6939487" y="376191"/>
                </a:lnTo>
                <a:lnTo>
                  <a:pt x="6905709" y="361991"/>
                </a:lnTo>
                <a:lnTo>
                  <a:pt x="6924227" y="433035"/>
                </a:lnTo>
                <a:lnTo>
                  <a:pt x="6920524" y="446830"/>
                </a:lnTo>
                <a:lnTo>
                  <a:pt x="6906383" y="429558"/>
                </a:lnTo>
                <a:lnTo>
                  <a:pt x="6901358" y="384958"/>
                </a:lnTo>
                <a:lnTo>
                  <a:pt x="6882053" y="399841"/>
                </a:lnTo>
                <a:lnTo>
                  <a:pt x="6874013" y="390021"/>
                </a:lnTo>
                <a:lnTo>
                  <a:pt x="6864212" y="400330"/>
                </a:lnTo>
                <a:lnTo>
                  <a:pt x="6873225" y="358400"/>
                </a:lnTo>
                <a:lnTo>
                  <a:pt x="6797235" y="368615"/>
                </a:lnTo>
                <a:lnTo>
                  <a:pt x="6846508" y="324424"/>
                </a:lnTo>
                <a:lnTo>
                  <a:pt x="6795380" y="274763"/>
                </a:lnTo>
                <a:lnTo>
                  <a:pt x="6858939" y="259080"/>
                </a:lnTo>
                <a:lnTo>
                  <a:pt x="6827475" y="214078"/>
                </a:lnTo>
                <a:lnTo>
                  <a:pt x="6831452" y="195999"/>
                </a:lnTo>
                <a:lnTo>
                  <a:pt x="6864402" y="217856"/>
                </a:lnTo>
                <a:lnTo>
                  <a:pt x="6868919" y="225201"/>
                </a:lnTo>
                <a:lnTo>
                  <a:pt x="6871836" y="222787"/>
                </a:lnTo>
                <a:lnTo>
                  <a:pt x="6895822" y="238697"/>
                </a:lnTo>
                <a:lnTo>
                  <a:pt x="6905756" y="194709"/>
                </a:lnTo>
                <a:close/>
                <a:moveTo>
                  <a:pt x="10097724" y="0"/>
                </a:moveTo>
                <a:lnTo>
                  <a:pt x="10100206" y="5435"/>
                </a:lnTo>
                <a:lnTo>
                  <a:pt x="10097130" y="38447"/>
                </a:lnTo>
                <a:lnTo>
                  <a:pt x="10138466" y="49575"/>
                </a:lnTo>
                <a:lnTo>
                  <a:pt x="10117282" y="80197"/>
                </a:lnTo>
                <a:lnTo>
                  <a:pt x="10175030" y="108336"/>
                </a:lnTo>
                <a:lnTo>
                  <a:pt x="10109390" y="104446"/>
                </a:lnTo>
                <a:lnTo>
                  <a:pt x="10127930" y="145627"/>
                </a:lnTo>
                <a:lnTo>
                  <a:pt x="10111071" y="136153"/>
                </a:lnTo>
                <a:lnTo>
                  <a:pt x="10110292" y="134045"/>
                </a:lnTo>
                <a:lnTo>
                  <a:pt x="10109991" y="135545"/>
                </a:lnTo>
                <a:lnTo>
                  <a:pt x="10091996" y="125433"/>
                </a:lnTo>
                <a:lnTo>
                  <a:pt x="10101861" y="176025"/>
                </a:lnTo>
                <a:lnTo>
                  <a:pt x="10099889" y="185848"/>
                </a:lnTo>
                <a:lnTo>
                  <a:pt x="10092356" y="173549"/>
                </a:lnTo>
                <a:lnTo>
                  <a:pt x="10089678" y="141789"/>
                </a:lnTo>
                <a:lnTo>
                  <a:pt x="10079395" y="152387"/>
                </a:lnTo>
                <a:lnTo>
                  <a:pt x="10075112" y="145394"/>
                </a:lnTo>
                <a:lnTo>
                  <a:pt x="10069890" y="152735"/>
                </a:lnTo>
                <a:lnTo>
                  <a:pt x="10074692" y="122876"/>
                </a:lnTo>
                <a:lnTo>
                  <a:pt x="10034211" y="130150"/>
                </a:lnTo>
                <a:lnTo>
                  <a:pt x="10060459" y="98681"/>
                </a:lnTo>
                <a:lnTo>
                  <a:pt x="10033223" y="63317"/>
                </a:lnTo>
                <a:lnTo>
                  <a:pt x="10067082" y="52149"/>
                </a:lnTo>
                <a:lnTo>
                  <a:pt x="10050321" y="20103"/>
                </a:lnTo>
                <a:lnTo>
                  <a:pt x="10052439" y="7228"/>
                </a:lnTo>
                <a:lnTo>
                  <a:pt x="10069992" y="22793"/>
                </a:lnTo>
                <a:lnTo>
                  <a:pt x="10072398" y="28024"/>
                </a:lnTo>
                <a:lnTo>
                  <a:pt x="10073952" y="26304"/>
                </a:lnTo>
                <a:lnTo>
                  <a:pt x="10086729" y="37634"/>
                </a:lnTo>
                <a:lnTo>
                  <a:pt x="10092022" y="6310"/>
                </a:lnTo>
                <a:close/>
              </a:path>
            </a:pathLst>
          </a:custGeom>
          <a:gradFill>
            <a:gsLst>
              <a:gs pos="0">
                <a:srgbClr val="CFFCFF"/>
              </a:gs>
              <a:gs pos="100000">
                <a:srgbClr val="24727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782" y="192487"/>
            <a:ext cx="9255760" cy="1211769"/>
          </a:xfrm>
        </p:spPr>
        <p:txBody>
          <a:bodyPr anchor="ctr">
            <a:normAutofit fontScale="90000"/>
          </a:bodyPr>
          <a:lstStyle/>
          <a:p>
            <a:pPr algn="l"/>
            <a:r>
              <a:rPr lang="ru-RU" dirty="0">
                <a:gradFill>
                  <a:gsLst>
                    <a:gs pos="100000">
                      <a:srgbClr val="FF7B7B"/>
                    </a:gs>
                    <a:gs pos="29000">
                      <a:srgbClr val="CF460C"/>
                    </a:gs>
                  </a:gsLst>
                  <a:lin ang="5400000" scaled="1"/>
                </a:gradFill>
                <a:latin typeface="Ubuntu" panose="020B0504030602030204" pitchFamily="34" charset="0"/>
              </a:rPr>
              <a:t>Языки программирования</a:t>
            </a:r>
            <a:endParaRPr lang="en-US" dirty="0">
              <a:gradFill>
                <a:gsLst>
                  <a:gs pos="100000">
                    <a:srgbClr val="FF7B7B"/>
                  </a:gs>
                  <a:gs pos="29000">
                    <a:srgbClr val="CF460C"/>
                  </a:gs>
                </a:gsLst>
                <a:lin ang="5400000" scaled="1"/>
              </a:gradFill>
              <a:latin typeface="Ubuntu" panose="020B0504030602030204" pitchFamily="34" charset="0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051" y="1367100"/>
            <a:ext cx="10087015" cy="5165442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effectLst>
                  <a:outerShdw dist="25400" dir="1200000" algn="tr" rotWithShape="0">
                    <a:prstClr val="black"/>
                  </a:outerShdw>
                </a:effectLst>
                <a:latin typeface="Ubuntu Light" panose="020B0304030602030204" pitchFamily="34" charset="0"/>
              </a:rPr>
              <a:t>Разработка ПО происходит за счет написания кода на </a:t>
            </a:r>
            <a:r>
              <a:rPr lang="ru-RU" dirty="0">
                <a:solidFill>
                  <a:schemeClr val="bg1"/>
                </a:solidFill>
                <a:effectLst>
                  <a:outerShdw dist="25400" dir="1200000" algn="tr" rotWithShape="0">
                    <a:prstClr val="black"/>
                  </a:outerShdw>
                </a:effectLst>
                <a:latin typeface="Ubuntu" panose="020B0504030602030204" pitchFamily="34" charset="0"/>
              </a:rPr>
              <a:t>языках программирования</a:t>
            </a:r>
            <a:r>
              <a:rPr lang="ru-RU" dirty="0">
                <a:solidFill>
                  <a:schemeClr val="bg1"/>
                </a:solidFill>
                <a:effectLst>
                  <a:outerShdw dist="25400" dir="1200000" algn="tr" rotWithShape="0">
                    <a:prstClr val="black"/>
                  </a:outerShdw>
                </a:effectLst>
                <a:latin typeface="Ubuntu Light" panose="020B0304030602030204" pitchFamily="34" charset="0"/>
              </a:rPr>
              <a:t>. Написание кода программы можно считать как основной процесс ее создания, т.е. способ осуществить теоретический алгоритм действия в явь.</a:t>
            </a:r>
          </a:p>
        </p:txBody>
      </p:sp>
      <p:sp>
        <p:nvSpPr>
          <p:cNvPr id="59" name="Subtitle 15">
            <a:extLst>
              <a:ext uri="{FF2B5EF4-FFF2-40B4-BE49-F238E27FC236}">
                <a16:creationId xmlns:a16="http://schemas.microsoft.com/office/drawing/2014/main" id="{B7750F89-49EE-45C3-BEFD-D9ABFA934B65}"/>
              </a:ext>
            </a:extLst>
          </p:cNvPr>
          <p:cNvSpPr txBox="1">
            <a:spLocks/>
          </p:cNvSpPr>
          <p:nvPr/>
        </p:nvSpPr>
        <p:spPr>
          <a:xfrm>
            <a:off x="317383" y="2809456"/>
            <a:ext cx="6997842" cy="5165442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noFill/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effectLst>
                  <a:outerShdw dist="25400" dir="1200000" algn="tr" rotWithShape="0">
                    <a:prstClr val="black"/>
                  </a:outerShdw>
                </a:effectLst>
                <a:latin typeface="Ubuntu Light" panose="020B0304030602030204" pitchFamily="34" charset="0"/>
              </a:rPr>
              <a:t>Хотя современные языки программирования считаются универсальными в плане задач, от выбора языка программирования, его имплементации и компилятора/интерпретатора напрямую зависят следующие факторы:</a:t>
            </a:r>
          </a:p>
          <a:p>
            <a:pPr algn="l"/>
            <a:r>
              <a:rPr lang="ru-RU" dirty="0">
                <a:solidFill>
                  <a:schemeClr val="bg1"/>
                </a:solidFill>
                <a:effectLst>
                  <a:outerShdw dist="25400" dir="1200000" algn="tr" rotWithShape="0">
                    <a:prstClr val="black"/>
                  </a:outerShdw>
                </a:effectLst>
                <a:latin typeface="Ubuntu Light" panose="020B0304030602030204" pitchFamily="34" charset="0"/>
              </a:rPr>
              <a:t>легкость в нахождении специалистов, производительность, количество готовых решений задач, возможность использования данного языка в некой сфере и другие.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81315-4768-4A7D-830E-9DB26CBCD38D}"/>
              </a:ext>
            </a:extLst>
          </p:cNvPr>
          <p:cNvGrpSpPr/>
          <p:nvPr/>
        </p:nvGrpSpPr>
        <p:grpSpPr>
          <a:xfrm>
            <a:off x="6948451" y="3293893"/>
            <a:ext cx="5200650" cy="3398521"/>
            <a:chOff x="6948451" y="3340193"/>
            <a:chExt cx="5200650" cy="339852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970A603-7DB2-4E8F-B9F8-873CB0E75918}"/>
                </a:ext>
              </a:extLst>
            </p:cNvPr>
            <p:cNvSpPr/>
            <p:nvPr/>
          </p:nvSpPr>
          <p:spPr>
            <a:xfrm>
              <a:off x="7743463" y="3340194"/>
              <a:ext cx="3280730" cy="3398520"/>
            </a:xfrm>
            <a:prstGeom prst="ellipse">
              <a:avLst/>
            </a:prstGeom>
            <a:gradFill>
              <a:gsLst>
                <a:gs pos="75000">
                  <a:srgbClr val="725F4B"/>
                </a:gs>
                <a:gs pos="22000">
                  <a:srgbClr val="E9DE9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AEA4F82-4A4B-406C-BFFC-F1B7C8BAC052}"/>
                </a:ext>
              </a:extLst>
            </p:cNvPr>
            <p:cNvSpPr/>
            <p:nvPr/>
          </p:nvSpPr>
          <p:spPr>
            <a:xfrm flipV="1">
              <a:off x="6948451" y="3340193"/>
              <a:ext cx="5200650" cy="2944533"/>
            </a:xfrm>
            <a:custGeom>
              <a:avLst/>
              <a:gdLst>
                <a:gd name="connsiteX0" fmla="*/ 2461917 w 5200650"/>
                <a:gd name="connsiteY0" fmla="*/ 2943230 h 2944533"/>
                <a:gd name="connsiteX1" fmla="*/ 4443333 w 5200650"/>
                <a:gd name="connsiteY1" fmla="*/ 1719727 h 2944533"/>
                <a:gd name="connsiteX2" fmla="*/ 4459793 w 5200650"/>
                <a:gd name="connsiteY2" fmla="*/ 1689167 h 2944533"/>
                <a:gd name="connsiteX3" fmla="*/ 4831428 w 5200650"/>
                <a:gd name="connsiteY3" fmla="*/ 1930005 h 2944533"/>
                <a:gd name="connsiteX4" fmla="*/ 5200650 w 5200650"/>
                <a:gd name="connsiteY4" fmla="*/ 1432300 h 2944533"/>
                <a:gd name="connsiteX5" fmla="*/ 5018389 w 5200650"/>
                <a:gd name="connsiteY5" fmla="*/ 1446140 h 2944533"/>
                <a:gd name="connsiteX6" fmla="*/ 4843595 w 5200650"/>
                <a:gd name="connsiteY6" fmla="*/ 1128849 h 2944533"/>
                <a:gd name="connsiteX7" fmla="*/ 4752695 w 5200650"/>
                <a:gd name="connsiteY7" fmla="*/ 1007431 h 2944533"/>
                <a:gd name="connsiteX8" fmla="*/ 4800953 w 5200650"/>
                <a:gd name="connsiteY8" fmla="*/ 843844 h 2944533"/>
                <a:gd name="connsiteX9" fmla="*/ 4960356 w 5200650"/>
                <a:gd name="connsiteY9" fmla="*/ 863949 h 2944533"/>
                <a:gd name="connsiteX10" fmla="*/ 4637439 w 5200650"/>
                <a:gd name="connsiteY10" fmla="*/ 140973 h 2944533"/>
                <a:gd name="connsiteX11" fmla="*/ 4258734 w 5200650"/>
                <a:gd name="connsiteY11" fmla="*/ 548595 h 2944533"/>
                <a:gd name="connsiteX12" fmla="*/ 4162141 w 5200650"/>
                <a:gd name="connsiteY12" fmla="*/ 482054 h 2944533"/>
                <a:gd name="connsiteX13" fmla="*/ 2343945 w 5200650"/>
                <a:gd name="connsiteY13" fmla="*/ 898 h 2944533"/>
                <a:gd name="connsiteX14" fmla="*/ 18457 w 5200650"/>
                <a:gd name="connsiteY14" fmla="*/ 1106376 h 2944533"/>
                <a:gd name="connsiteX15" fmla="*/ 0 w 5200650"/>
                <a:gd name="connsiteY15" fmla="*/ 1135477 h 2944533"/>
                <a:gd name="connsiteX16" fmla="*/ 375592 w 5200650"/>
                <a:gd name="connsiteY16" fmla="*/ 1708648 h 2944533"/>
                <a:gd name="connsiteX17" fmla="*/ 387950 w 5200650"/>
                <a:gd name="connsiteY17" fmla="*/ 1711088 h 2944533"/>
                <a:gd name="connsiteX18" fmla="*/ 494981 w 5200650"/>
                <a:gd name="connsiteY18" fmla="*/ 1484176 h 2944533"/>
                <a:gd name="connsiteX19" fmla="*/ 507182 w 5200650"/>
                <a:gd name="connsiteY19" fmla="*/ 1510946 h 2944533"/>
                <a:gd name="connsiteX20" fmla="*/ 1463953 w 5200650"/>
                <a:gd name="connsiteY20" fmla="*/ 2622143 h 2944533"/>
                <a:gd name="connsiteX21" fmla="*/ 1554204 w 5200650"/>
                <a:gd name="connsiteY21" fmla="*/ 2675595 h 2944533"/>
                <a:gd name="connsiteX22" fmla="*/ 1449997 w 5200650"/>
                <a:gd name="connsiteY22" fmla="*/ 2600808 h 2944533"/>
                <a:gd name="connsiteX23" fmla="*/ 811227 w 5200650"/>
                <a:gd name="connsiteY23" fmla="*/ 1419010 h 2944533"/>
                <a:gd name="connsiteX24" fmla="*/ 809335 w 5200650"/>
                <a:gd name="connsiteY24" fmla="*/ 1379952 h 2944533"/>
                <a:gd name="connsiteX25" fmla="*/ 1149711 w 5200650"/>
                <a:gd name="connsiteY25" fmla="*/ 1379952 h 2944533"/>
                <a:gd name="connsiteX26" fmla="*/ 1114853 w 5200650"/>
                <a:gd name="connsiteY26" fmla="*/ 1333714 h 2944533"/>
                <a:gd name="connsiteX27" fmla="*/ 987344 w 5200650"/>
                <a:gd name="connsiteY27" fmla="*/ 1119203 h 2944533"/>
                <a:gd name="connsiteX28" fmla="*/ 933981 w 5200650"/>
                <a:gd name="connsiteY28" fmla="*/ 1008147 h 2944533"/>
                <a:gd name="connsiteX29" fmla="*/ 1092807 w 5200650"/>
                <a:gd name="connsiteY29" fmla="*/ 895197 h 2944533"/>
                <a:gd name="connsiteX30" fmla="*/ 2305571 w 5200650"/>
                <a:gd name="connsiteY30" fmla="*/ 544143 h 2944533"/>
                <a:gd name="connsiteX31" fmla="*/ 4016405 w 5200650"/>
                <a:gd name="connsiteY31" fmla="*/ 1085542 h 2944533"/>
                <a:gd name="connsiteX32" fmla="*/ 4065401 w 5200650"/>
                <a:gd name="connsiteY32" fmla="*/ 1135074 h 2944533"/>
                <a:gd name="connsiteX33" fmla="*/ 4012403 w 5200650"/>
                <a:gd name="connsiteY33" fmla="*/ 1231585 h 2944533"/>
                <a:gd name="connsiteX34" fmla="*/ 3912901 w 5200650"/>
                <a:gd name="connsiteY34" fmla="*/ 1379952 h 2944533"/>
                <a:gd name="connsiteX35" fmla="*/ 4057642 w 5200650"/>
                <a:gd name="connsiteY35" fmla="*/ 1379952 h 2944533"/>
                <a:gd name="connsiteX36" fmla="*/ 4055749 w 5200650"/>
                <a:gd name="connsiteY36" fmla="*/ 1419010 h 2944533"/>
                <a:gd name="connsiteX37" fmla="*/ 2589928 w 5200650"/>
                <a:gd name="connsiteY37" fmla="*/ 2936813 h 2944533"/>
                <a:gd name="connsiteX38" fmla="*/ 2461117 w 5200650"/>
                <a:gd name="connsiteY38" fmla="*/ 2943168 h 294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200650" h="2944533">
                  <a:moveTo>
                    <a:pt x="2461917" y="2943230"/>
                  </a:moveTo>
                  <a:cubicBezTo>
                    <a:pt x="3253401" y="2972711"/>
                    <a:pt x="3985969" y="2500167"/>
                    <a:pt x="4443333" y="1719727"/>
                  </a:cubicBezTo>
                  <a:lnTo>
                    <a:pt x="4459793" y="1689167"/>
                  </a:lnTo>
                  <a:lnTo>
                    <a:pt x="4831428" y="1930005"/>
                  </a:lnTo>
                  <a:lnTo>
                    <a:pt x="5200650" y="1432300"/>
                  </a:lnTo>
                  <a:lnTo>
                    <a:pt x="5018389" y="1446140"/>
                  </a:lnTo>
                  <a:cubicBezTo>
                    <a:pt x="4970773" y="1335520"/>
                    <a:pt x="4912127" y="1229550"/>
                    <a:pt x="4843595" y="1128849"/>
                  </a:cubicBezTo>
                  <a:lnTo>
                    <a:pt x="4752695" y="1007431"/>
                  </a:lnTo>
                  <a:lnTo>
                    <a:pt x="4800953" y="843844"/>
                  </a:lnTo>
                  <a:lnTo>
                    <a:pt x="4960356" y="863949"/>
                  </a:lnTo>
                  <a:lnTo>
                    <a:pt x="4637439" y="140973"/>
                  </a:lnTo>
                  <a:lnTo>
                    <a:pt x="4258734" y="548595"/>
                  </a:lnTo>
                  <a:lnTo>
                    <a:pt x="4162141" y="482054"/>
                  </a:lnTo>
                  <a:cubicBezTo>
                    <a:pt x="3663521" y="164855"/>
                    <a:pt x="3022679" y="-14324"/>
                    <a:pt x="2343945" y="898"/>
                  </a:cubicBezTo>
                  <a:cubicBezTo>
                    <a:pt x="1352988" y="23122"/>
                    <a:pt x="474914" y="455231"/>
                    <a:pt x="18457" y="1106376"/>
                  </a:cubicBezTo>
                  <a:lnTo>
                    <a:pt x="0" y="1135477"/>
                  </a:lnTo>
                  <a:lnTo>
                    <a:pt x="375592" y="1708648"/>
                  </a:lnTo>
                  <a:lnTo>
                    <a:pt x="387950" y="1711088"/>
                  </a:lnTo>
                  <a:lnTo>
                    <a:pt x="494981" y="1484176"/>
                  </a:lnTo>
                  <a:lnTo>
                    <a:pt x="507182" y="1510946"/>
                  </a:lnTo>
                  <a:cubicBezTo>
                    <a:pt x="741454" y="1988197"/>
                    <a:pt x="1073577" y="2372148"/>
                    <a:pt x="1463953" y="2622143"/>
                  </a:cubicBezTo>
                  <a:lnTo>
                    <a:pt x="1554204" y="2675595"/>
                  </a:lnTo>
                  <a:lnTo>
                    <a:pt x="1449997" y="2600808"/>
                  </a:lnTo>
                  <a:cubicBezTo>
                    <a:pt x="1098477" y="2323431"/>
                    <a:pt x="858201" y="1900995"/>
                    <a:pt x="811227" y="1419010"/>
                  </a:cubicBezTo>
                  <a:lnTo>
                    <a:pt x="809335" y="1379952"/>
                  </a:lnTo>
                  <a:lnTo>
                    <a:pt x="1149711" y="1379952"/>
                  </a:lnTo>
                  <a:lnTo>
                    <a:pt x="1114853" y="1333714"/>
                  </a:lnTo>
                  <a:cubicBezTo>
                    <a:pt x="1069164" y="1265577"/>
                    <a:pt x="1026564" y="1193976"/>
                    <a:pt x="987344" y="1119203"/>
                  </a:cubicBezTo>
                  <a:lnTo>
                    <a:pt x="933981" y="1008147"/>
                  </a:lnTo>
                  <a:lnTo>
                    <a:pt x="1092807" y="895197"/>
                  </a:lnTo>
                  <a:cubicBezTo>
                    <a:pt x="1429271" y="690446"/>
                    <a:pt x="1850386" y="563168"/>
                    <a:pt x="2305571" y="544143"/>
                  </a:cubicBezTo>
                  <a:cubicBezTo>
                    <a:pt x="2969300" y="516402"/>
                    <a:pt x="3597177" y="723564"/>
                    <a:pt x="4016405" y="1085542"/>
                  </a:cubicBezTo>
                  <a:lnTo>
                    <a:pt x="4065401" y="1135074"/>
                  </a:lnTo>
                  <a:lnTo>
                    <a:pt x="4012403" y="1231585"/>
                  </a:lnTo>
                  <a:lnTo>
                    <a:pt x="3912901" y="1379952"/>
                  </a:lnTo>
                  <a:lnTo>
                    <a:pt x="4057642" y="1379952"/>
                  </a:lnTo>
                  <a:lnTo>
                    <a:pt x="4055749" y="1419010"/>
                  </a:lnTo>
                  <a:cubicBezTo>
                    <a:pt x="3977461" y="2222318"/>
                    <a:pt x="3362220" y="2860214"/>
                    <a:pt x="2589928" y="2936813"/>
                  </a:cubicBezTo>
                  <a:lnTo>
                    <a:pt x="2461117" y="2943168"/>
                  </a:lnTo>
                  <a:close/>
                </a:path>
              </a:pathLst>
            </a:custGeom>
            <a:gradFill>
              <a:gsLst>
                <a:gs pos="70000">
                  <a:srgbClr val="E68762"/>
                </a:gs>
                <a:gs pos="6000">
                  <a:srgbClr val="E9DE9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82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rgbClr val="1D3462"/>
            </a:gs>
            <a:gs pos="100000">
              <a:srgbClr val="D2B4F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5A914B4-7A6C-47E4-910E-2AB913505117}"/>
              </a:ext>
            </a:extLst>
          </p:cNvPr>
          <p:cNvGrpSpPr/>
          <p:nvPr/>
        </p:nvGrpSpPr>
        <p:grpSpPr>
          <a:xfrm>
            <a:off x="2855446" y="327715"/>
            <a:ext cx="3731407" cy="2613356"/>
            <a:chOff x="6294919" y="2545408"/>
            <a:chExt cx="5653868" cy="3959785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71AB631-9677-4332-9106-6B75FE190CC7}"/>
                </a:ext>
              </a:extLst>
            </p:cNvPr>
            <p:cNvSpPr/>
            <p:nvPr/>
          </p:nvSpPr>
          <p:spPr>
            <a:xfrm rot="20271423">
              <a:off x="6294919" y="2545408"/>
              <a:ext cx="5653868" cy="3371394"/>
            </a:xfrm>
            <a:custGeom>
              <a:avLst/>
              <a:gdLst>
                <a:gd name="connsiteX0" fmla="*/ 3734966 w 5653868"/>
                <a:gd name="connsiteY0" fmla="*/ 178579 h 3371394"/>
                <a:gd name="connsiteX1" fmla="*/ 5196354 w 5653868"/>
                <a:gd name="connsiteY1" fmla="*/ 2469329 h 3371394"/>
                <a:gd name="connsiteX2" fmla="*/ 5205831 w 5653868"/>
                <a:gd name="connsiteY2" fmla="*/ 2628735 h 3371394"/>
                <a:gd name="connsiteX3" fmla="*/ 5312672 w 5653868"/>
                <a:gd name="connsiteY3" fmla="*/ 2658758 h 3371394"/>
                <a:gd name="connsiteX4" fmla="*/ 5653868 w 5653868"/>
                <a:gd name="connsiteY4" fmla="*/ 2888794 h 3371394"/>
                <a:gd name="connsiteX5" fmla="*/ 2826934 w 5653868"/>
                <a:gd name="connsiteY5" fmla="*/ 3371394 h 3371394"/>
                <a:gd name="connsiteX6" fmla="*/ 0 w 5653868"/>
                <a:gd name="connsiteY6" fmla="*/ 2888794 h 3371394"/>
                <a:gd name="connsiteX7" fmla="*/ 482796 w 5653868"/>
                <a:gd name="connsiteY7" fmla="*/ 2618968 h 3371394"/>
                <a:gd name="connsiteX8" fmla="*/ 533562 w 5653868"/>
                <a:gd name="connsiteY8" fmla="*/ 2607378 h 3371394"/>
                <a:gd name="connsiteX9" fmla="*/ 548394 w 5653868"/>
                <a:gd name="connsiteY9" fmla="*/ 2465105 h 3371394"/>
                <a:gd name="connsiteX10" fmla="*/ 3045976 w 5653868"/>
                <a:gd name="connsiteY10" fmla="*/ 3848 h 3371394"/>
                <a:gd name="connsiteX11" fmla="*/ 3734966 w 5653868"/>
                <a:gd name="connsiteY11" fmla="*/ 178579 h 337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53868" h="3371394">
                  <a:moveTo>
                    <a:pt x="3734966" y="178579"/>
                  </a:moveTo>
                  <a:cubicBezTo>
                    <a:pt x="4522905" y="540960"/>
                    <a:pt x="5090355" y="1418061"/>
                    <a:pt x="5196354" y="2469329"/>
                  </a:cubicBezTo>
                  <a:lnTo>
                    <a:pt x="5205831" y="2628735"/>
                  </a:lnTo>
                  <a:lnTo>
                    <a:pt x="5312672" y="2658758"/>
                  </a:lnTo>
                  <a:cubicBezTo>
                    <a:pt x="5530269" y="2727139"/>
                    <a:pt x="5653868" y="2805502"/>
                    <a:pt x="5653868" y="2888794"/>
                  </a:cubicBezTo>
                  <a:cubicBezTo>
                    <a:pt x="5653868" y="3155327"/>
                    <a:pt x="4388207" y="3371394"/>
                    <a:pt x="2826934" y="3371394"/>
                  </a:cubicBezTo>
                  <a:cubicBezTo>
                    <a:pt x="1265661" y="3371394"/>
                    <a:pt x="0" y="3155327"/>
                    <a:pt x="0" y="2888794"/>
                  </a:cubicBezTo>
                  <a:cubicBezTo>
                    <a:pt x="0" y="2788844"/>
                    <a:pt x="177984" y="2695991"/>
                    <a:pt x="482796" y="2618968"/>
                  </a:cubicBezTo>
                  <a:lnTo>
                    <a:pt x="533562" y="2607378"/>
                  </a:lnTo>
                  <a:lnTo>
                    <a:pt x="548394" y="2465105"/>
                  </a:lnTo>
                  <a:cubicBezTo>
                    <a:pt x="761123" y="1007398"/>
                    <a:pt x="1831953" y="-72918"/>
                    <a:pt x="3045976" y="3848"/>
                  </a:cubicBezTo>
                  <a:cubicBezTo>
                    <a:pt x="3288781" y="19201"/>
                    <a:pt x="3520073" y="79748"/>
                    <a:pt x="3734966" y="178579"/>
                  </a:cubicBezTo>
                  <a:close/>
                </a:path>
              </a:pathLst>
            </a:custGeom>
            <a:gradFill flip="none" rotWithShape="1">
              <a:gsLst>
                <a:gs pos="54000">
                  <a:srgbClr val="FFA845"/>
                </a:gs>
                <a:gs pos="7000">
                  <a:srgbClr val="FFE68C"/>
                </a:gs>
                <a:gs pos="100000">
                  <a:srgbClr val="FFFBB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glow rad="431800">
                <a:schemeClr val="bg1">
                  <a:alpha val="4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FCD0D5-8416-4576-BDAE-CE02939803BD}"/>
                </a:ext>
              </a:extLst>
            </p:cNvPr>
            <p:cNvSpPr/>
            <p:nvPr/>
          </p:nvSpPr>
          <p:spPr>
            <a:xfrm>
              <a:off x="7707631" y="2974593"/>
              <a:ext cx="3261105" cy="3530600"/>
            </a:xfrm>
            <a:custGeom>
              <a:avLst/>
              <a:gdLst>
                <a:gd name="connsiteX0" fmla="*/ 3228472 w 3261105"/>
                <a:gd name="connsiteY0" fmla="*/ 2286369 h 3530600"/>
                <a:gd name="connsiteX1" fmla="*/ 3227540 w 3261105"/>
                <a:gd name="connsiteY1" fmla="*/ 2290246 h 3530600"/>
                <a:gd name="connsiteX2" fmla="*/ 1650880 w 3261105"/>
                <a:gd name="connsiteY2" fmla="*/ 3530600 h 3530600"/>
                <a:gd name="connsiteX3" fmla="*/ 863973 w 3261105"/>
                <a:gd name="connsiteY3" fmla="*/ 3317538 h 3530600"/>
                <a:gd name="connsiteX4" fmla="*/ 786948 w 3261105"/>
                <a:gd name="connsiteY4" fmla="*/ 3267501 h 3530600"/>
                <a:gd name="connsiteX5" fmla="*/ 999099 w 3261105"/>
                <a:gd name="connsiteY5" fmla="*/ 3201549 h 3530600"/>
                <a:gd name="connsiteX6" fmla="*/ 2045393 w 3261105"/>
                <a:gd name="connsiteY6" fmla="*/ 2820942 h 3530600"/>
                <a:gd name="connsiteX7" fmla="*/ 3063075 w 3261105"/>
                <a:gd name="connsiteY7" fmla="*/ 2369370 h 3530600"/>
                <a:gd name="connsiteX8" fmla="*/ 1650880 w 3261105"/>
                <a:gd name="connsiteY8" fmla="*/ 0 h 3530600"/>
                <a:gd name="connsiteX9" fmla="*/ 3227540 w 3261105"/>
                <a:gd name="connsiteY9" fmla="*/ 1240354 h 3530600"/>
                <a:gd name="connsiteX10" fmla="*/ 3261105 w 3261105"/>
                <a:gd name="connsiteY10" fmla="*/ 1379943 h 3530600"/>
                <a:gd name="connsiteX11" fmla="*/ 3194732 w 3261105"/>
                <a:gd name="connsiteY11" fmla="*/ 1397357 h 3530600"/>
                <a:gd name="connsiteX12" fmla="*/ 1681299 w 3261105"/>
                <a:gd name="connsiteY12" fmla="*/ 1917915 h 3530600"/>
                <a:gd name="connsiteX13" fmla="*/ 230048 w 3261105"/>
                <a:gd name="connsiteY13" fmla="*/ 2592695 h 3530600"/>
                <a:gd name="connsiteX14" fmla="*/ 200620 w 3261105"/>
                <a:gd name="connsiteY14" fmla="*/ 2609153 h 3530600"/>
                <a:gd name="connsiteX15" fmla="*/ 199253 w 3261105"/>
                <a:gd name="connsiteY15" fmla="*/ 2606747 h 3530600"/>
                <a:gd name="connsiteX16" fmla="*/ 0 w 3261105"/>
                <a:gd name="connsiteY16" fmla="*/ 1765300 h 3530600"/>
                <a:gd name="connsiteX17" fmla="*/ 1650880 w 3261105"/>
                <a:gd name="connsiteY17" fmla="*/ 0 h 353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61105" h="3530600">
                  <a:moveTo>
                    <a:pt x="3228472" y="2286369"/>
                  </a:moveTo>
                  <a:lnTo>
                    <a:pt x="3227540" y="2290246"/>
                  </a:lnTo>
                  <a:cubicBezTo>
                    <a:pt x="3018520" y="3008844"/>
                    <a:pt x="2391682" y="3530600"/>
                    <a:pt x="1650880" y="3530600"/>
                  </a:cubicBezTo>
                  <a:cubicBezTo>
                    <a:pt x="1365957" y="3530600"/>
                    <a:pt x="1097891" y="3453417"/>
                    <a:pt x="863973" y="3317538"/>
                  </a:cubicBezTo>
                  <a:lnTo>
                    <a:pt x="786948" y="3267501"/>
                  </a:lnTo>
                  <a:lnTo>
                    <a:pt x="999099" y="3201549"/>
                  </a:lnTo>
                  <a:cubicBezTo>
                    <a:pt x="1325503" y="3096508"/>
                    <a:pt x="1679331" y="2968535"/>
                    <a:pt x="2045393" y="2820942"/>
                  </a:cubicBezTo>
                  <a:cubicBezTo>
                    <a:pt x="2411455" y="2673348"/>
                    <a:pt x="2755095" y="2520107"/>
                    <a:pt x="3063075" y="2369370"/>
                  </a:cubicBezTo>
                  <a:close/>
                  <a:moveTo>
                    <a:pt x="1650880" y="0"/>
                  </a:moveTo>
                  <a:cubicBezTo>
                    <a:pt x="2391682" y="0"/>
                    <a:pt x="3018520" y="521756"/>
                    <a:pt x="3227540" y="1240354"/>
                  </a:cubicBezTo>
                  <a:lnTo>
                    <a:pt x="3261105" y="1379943"/>
                  </a:lnTo>
                  <a:lnTo>
                    <a:pt x="3194732" y="1397357"/>
                  </a:lnTo>
                  <a:cubicBezTo>
                    <a:pt x="2751960" y="1519281"/>
                    <a:pt x="2230392" y="1696525"/>
                    <a:pt x="1681299" y="1917915"/>
                  </a:cubicBezTo>
                  <a:cubicBezTo>
                    <a:pt x="1132207" y="2139305"/>
                    <a:pt x="633562" y="2373403"/>
                    <a:pt x="230048" y="2592695"/>
                  </a:cubicBezTo>
                  <a:lnTo>
                    <a:pt x="200620" y="2609153"/>
                  </a:lnTo>
                  <a:lnTo>
                    <a:pt x="199253" y="2606747"/>
                  </a:lnTo>
                  <a:cubicBezTo>
                    <a:pt x="72180" y="2356616"/>
                    <a:pt x="0" y="2069972"/>
                    <a:pt x="0" y="1765300"/>
                  </a:cubicBezTo>
                  <a:cubicBezTo>
                    <a:pt x="0" y="790352"/>
                    <a:pt x="739124" y="0"/>
                    <a:pt x="165088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>
              <a:glow rad="381000">
                <a:schemeClr val="bg1">
                  <a:alpha val="41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72" y="2184400"/>
            <a:ext cx="6082948" cy="4541520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" panose="020B0504030602030204" pitchFamily="34" charset="0"/>
              </a:rPr>
              <a:t>Компилируемые ЯП </a:t>
            </a:r>
            <a:r>
              <a:rPr lang="ru-RU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в ходе комплексного процесса превращаются в понимаемый компьютером машинный код. Конечная программа компилируется один раз и дальше запускается на целевой системе без рекомпиляций. Чаще всего системы сборки ПО используются именно для компилируемых языков.</a:t>
            </a:r>
          </a:p>
          <a:p>
            <a:pPr algn="l"/>
            <a:r>
              <a:rPr lang="ru-RU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К компилируемым ЯП относятся: </a:t>
            </a:r>
            <a:r>
              <a:rPr lang="en-US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C, C++, Objective-C, D, Rust, Golang, Zig, Pascal, Haskell, V, </a:t>
            </a:r>
            <a:r>
              <a:rPr lang="en-US" dirty="0" err="1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Vala</a:t>
            </a:r>
            <a:r>
              <a:rPr lang="en-US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и многие другие.</a:t>
            </a:r>
            <a:endParaRPr lang="en-US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Ubuntu Light" panose="020B03040306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8395" y="1"/>
            <a:ext cx="5151859" cy="1317812"/>
          </a:xfrm>
        </p:spPr>
        <p:txBody>
          <a:bodyPr anchor="ctr">
            <a:normAutofit fontScale="90000"/>
          </a:bodyPr>
          <a:lstStyle/>
          <a:p>
            <a:r>
              <a:rPr lang="ru-RU" sz="4500" dirty="0">
                <a:gradFill>
                  <a:gsLst>
                    <a:gs pos="100000">
                      <a:srgbClr val="FF7B7B"/>
                    </a:gs>
                    <a:gs pos="18000">
                      <a:srgbClr val="CF460C"/>
                    </a:gs>
                  </a:gsLst>
                  <a:lin ang="5400000" scaled="1"/>
                </a:gradFill>
                <a:latin typeface="Ubuntu" panose="020B0504030602030204" pitchFamily="34" charset="0"/>
              </a:rPr>
              <a:t>Языки программирования</a:t>
            </a:r>
            <a:endParaRPr lang="en-US" sz="4500" dirty="0">
              <a:gradFill>
                <a:gsLst>
                  <a:gs pos="100000">
                    <a:srgbClr val="FF7B7B"/>
                  </a:gs>
                  <a:gs pos="18000">
                    <a:srgbClr val="CF460C"/>
                  </a:gs>
                </a:gsLst>
                <a:lin ang="5400000" scaled="1"/>
              </a:gradFill>
              <a:latin typeface="Ubuntu" panose="020B0504030602030204" pitchFamily="34" charset="0"/>
            </a:endParaRPr>
          </a:p>
        </p:txBody>
      </p:sp>
      <p:sp>
        <p:nvSpPr>
          <p:cNvPr id="19" name="Subtitle 15">
            <a:extLst>
              <a:ext uri="{FF2B5EF4-FFF2-40B4-BE49-F238E27FC236}">
                <a16:creationId xmlns:a16="http://schemas.microsoft.com/office/drawing/2014/main" id="{342BF98C-08B0-4B9C-B77C-7CD2375B7041}"/>
              </a:ext>
            </a:extLst>
          </p:cNvPr>
          <p:cNvSpPr txBox="1">
            <a:spLocks/>
          </p:cNvSpPr>
          <p:nvPr/>
        </p:nvSpPr>
        <p:spPr>
          <a:xfrm>
            <a:off x="63535" y="182467"/>
            <a:ext cx="3990368" cy="1479401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89D">
              <a:alpha val="53000"/>
            </a:srgbClr>
          </a:solidFill>
          <a:effectLst>
            <a:softEdge rad="0"/>
          </a:effectLst>
        </p:spPr>
        <p:txBody>
          <a:bodyPr vert="horz" wrap="square" lIns="9144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Языки программирования делятся на компилируемые и интерпретируемые.</a:t>
            </a:r>
          </a:p>
        </p:txBody>
      </p:sp>
      <p:sp>
        <p:nvSpPr>
          <p:cNvPr id="30" name="Subtitle 15">
            <a:extLst>
              <a:ext uri="{FF2B5EF4-FFF2-40B4-BE49-F238E27FC236}">
                <a16:creationId xmlns:a16="http://schemas.microsoft.com/office/drawing/2014/main" id="{8CAFFE5E-D1FF-46CA-B983-1AC0D0451717}"/>
              </a:ext>
            </a:extLst>
          </p:cNvPr>
          <p:cNvSpPr txBox="1">
            <a:spLocks/>
          </p:cNvSpPr>
          <p:nvPr/>
        </p:nvSpPr>
        <p:spPr>
          <a:xfrm>
            <a:off x="6238240" y="1317813"/>
            <a:ext cx="5839209" cy="5408107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vert="horz" wrap="square" lIns="182880" tIns="9144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  </a:t>
            </a:r>
            <a:r>
              <a:rPr lang="ru-RU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" panose="020B0504030602030204" pitchFamily="34" charset="0"/>
              </a:rPr>
              <a:t>Интерпретируемые ЯП</a:t>
            </a:r>
            <a:r>
              <a:rPr lang="ru-RU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, в отличии от компилируемых,</a:t>
            </a:r>
            <a:r>
              <a:rPr lang="en-US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переводятся не в машинный код, а в байт-код. Байт-код сам по себе не может исполняться на процессоре напрямую</a:t>
            </a:r>
            <a:r>
              <a:rPr lang="en-US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для его работы используется специальная программа – интерпретатор. Код, написанный на интерпретируемых языках, является независимым от архитектуры процессора и ОС. Такие языки имеют и весомый минус – они чаще всего медленнее чем компилируемые. Их часто используют для вспомогательных мини-программ называемых скриптами.</a:t>
            </a:r>
          </a:p>
          <a:p>
            <a:pPr algn="l">
              <a:lnSpc>
                <a:spcPct val="80000"/>
              </a:lnSpc>
              <a:spcBef>
                <a:spcPts val="300"/>
              </a:spcBef>
            </a:pPr>
            <a:endParaRPr lang="ru-RU" sz="23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Ubuntu Light" panose="020B0304030602030204" pitchFamily="34" charset="0"/>
            </a:endParaRPr>
          </a:p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Ubuntu Light" panose="020B0304030602030204" pitchFamily="34" charset="0"/>
              </a:rPr>
              <a:t>К интерпретируемым ЯП относятся: Python, Lua, Perl, Ruby, Java, JavaScript и многие другие.</a:t>
            </a:r>
          </a:p>
          <a:p>
            <a:pPr algn="l">
              <a:lnSpc>
                <a:spcPct val="80000"/>
              </a:lnSpc>
              <a:spcBef>
                <a:spcPts val="300"/>
              </a:spcBef>
            </a:pPr>
            <a:endParaRPr lang="en-US" sz="2300" dirty="0">
              <a:solidFill>
                <a:schemeClr val="bg1"/>
              </a:soli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Ubuntu Light" panose="020B03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12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0C8C6"/>
            </a:gs>
            <a:gs pos="89000">
              <a:srgbClr val="004571"/>
            </a:gs>
            <a:gs pos="20000">
              <a:srgbClr val="00265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4ECA3DC-C4DE-4AE9-B66D-F1E4C799820D}"/>
              </a:ext>
            </a:extLst>
          </p:cNvPr>
          <p:cNvGrpSpPr/>
          <p:nvPr/>
        </p:nvGrpSpPr>
        <p:grpSpPr>
          <a:xfrm>
            <a:off x="51422" y="1108233"/>
            <a:ext cx="3153222" cy="5749767"/>
            <a:chOff x="85278" y="1441532"/>
            <a:chExt cx="2970438" cy="5416468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2D2AB60-B4F9-44A7-A4CE-C0EE8F68641A}"/>
                </a:ext>
              </a:extLst>
            </p:cNvPr>
            <p:cNvSpPr/>
            <p:nvPr/>
          </p:nvSpPr>
          <p:spPr>
            <a:xfrm flipH="1">
              <a:off x="1846326" y="4245318"/>
              <a:ext cx="1209390" cy="2420468"/>
            </a:xfrm>
            <a:custGeom>
              <a:avLst/>
              <a:gdLst>
                <a:gd name="connsiteX0" fmla="*/ 412612 w 2257653"/>
                <a:gd name="connsiteY0" fmla="*/ 2842845 h 3983158"/>
                <a:gd name="connsiteX1" fmla="*/ 9200 w 2257653"/>
                <a:gd name="connsiteY1" fmla="*/ 3918610 h 3983158"/>
                <a:gd name="connsiteX2" fmla="*/ 816023 w 2257653"/>
                <a:gd name="connsiteY2" fmla="*/ 3757245 h 3983158"/>
                <a:gd name="connsiteX3" fmla="*/ 1703529 w 2257653"/>
                <a:gd name="connsiteY3" fmla="*/ 2896634 h 3983158"/>
                <a:gd name="connsiteX4" fmla="*/ 2053153 w 2257653"/>
                <a:gd name="connsiteY4" fmla="*/ 2278069 h 3983158"/>
                <a:gd name="connsiteX5" fmla="*/ 2187623 w 2257653"/>
                <a:gd name="connsiteY5" fmla="*/ 18963 h 3983158"/>
                <a:gd name="connsiteX6" fmla="*/ 923600 w 2257653"/>
                <a:gd name="connsiteY6" fmla="*/ 1282986 h 3983158"/>
                <a:gd name="connsiteX7" fmla="*/ 412612 w 2257653"/>
                <a:gd name="connsiteY7" fmla="*/ 2842845 h 39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7653" h="3983158">
                  <a:moveTo>
                    <a:pt x="412612" y="2842845"/>
                  </a:moveTo>
                  <a:cubicBezTo>
                    <a:pt x="260212" y="3282116"/>
                    <a:pt x="-58035" y="3766210"/>
                    <a:pt x="9200" y="3918610"/>
                  </a:cubicBezTo>
                  <a:cubicBezTo>
                    <a:pt x="76435" y="4071010"/>
                    <a:pt x="533635" y="3927574"/>
                    <a:pt x="816023" y="3757245"/>
                  </a:cubicBezTo>
                  <a:cubicBezTo>
                    <a:pt x="1098411" y="3586916"/>
                    <a:pt x="1497341" y="3143163"/>
                    <a:pt x="1703529" y="2896634"/>
                  </a:cubicBezTo>
                  <a:cubicBezTo>
                    <a:pt x="1909717" y="2650105"/>
                    <a:pt x="1972471" y="2757681"/>
                    <a:pt x="2053153" y="2278069"/>
                  </a:cubicBezTo>
                  <a:cubicBezTo>
                    <a:pt x="2133835" y="1798457"/>
                    <a:pt x="2375882" y="184810"/>
                    <a:pt x="2187623" y="18963"/>
                  </a:cubicBezTo>
                  <a:cubicBezTo>
                    <a:pt x="1999364" y="-146884"/>
                    <a:pt x="1214953" y="816821"/>
                    <a:pt x="923600" y="1282986"/>
                  </a:cubicBezTo>
                  <a:cubicBezTo>
                    <a:pt x="632247" y="1749151"/>
                    <a:pt x="565012" y="2403574"/>
                    <a:pt x="412612" y="2842845"/>
                  </a:cubicBezTo>
                  <a:close/>
                </a:path>
              </a:pathLst>
            </a:custGeom>
            <a:gradFill>
              <a:gsLst>
                <a:gs pos="0">
                  <a:srgbClr val="3F0000"/>
                </a:gs>
                <a:gs pos="89000">
                  <a:srgbClr val="F2000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6BB6A3B-994F-471D-83D6-74EBFE4161D0}"/>
                </a:ext>
              </a:extLst>
            </p:cNvPr>
            <p:cNvSpPr/>
            <p:nvPr/>
          </p:nvSpPr>
          <p:spPr>
            <a:xfrm>
              <a:off x="85278" y="4245318"/>
              <a:ext cx="1209390" cy="2420468"/>
            </a:xfrm>
            <a:custGeom>
              <a:avLst/>
              <a:gdLst>
                <a:gd name="connsiteX0" fmla="*/ 412612 w 2257653"/>
                <a:gd name="connsiteY0" fmla="*/ 2842845 h 3983158"/>
                <a:gd name="connsiteX1" fmla="*/ 9200 w 2257653"/>
                <a:gd name="connsiteY1" fmla="*/ 3918610 h 3983158"/>
                <a:gd name="connsiteX2" fmla="*/ 816023 w 2257653"/>
                <a:gd name="connsiteY2" fmla="*/ 3757245 h 3983158"/>
                <a:gd name="connsiteX3" fmla="*/ 1703529 w 2257653"/>
                <a:gd name="connsiteY3" fmla="*/ 2896634 h 3983158"/>
                <a:gd name="connsiteX4" fmla="*/ 2053153 w 2257653"/>
                <a:gd name="connsiteY4" fmla="*/ 2278069 h 3983158"/>
                <a:gd name="connsiteX5" fmla="*/ 2187623 w 2257653"/>
                <a:gd name="connsiteY5" fmla="*/ 18963 h 3983158"/>
                <a:gd name="connsiteX6" fmla="*/ 923600 w 2257653"/>
                <a:gd name="connsiteY6" fmla="*/ 1282986 h 3983158"/>
                <a:gd name="connsiteX7" fmla="*/ 412612 w 2257653"/>
                <a:gd name="connsiteY7" fmla="*/ 2842845 h 398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57653" h="3983158">
                  <a:moveTo>
                    <a:pt x="412612" y="2842845"/>
                  </a:moveTo>
                  <a:cubicBezTo>
                    <a:pt x="260212" y="3282116"/>
                    <a:pt x="-58035" y="3766210"/>
                    <a:pt x="9200" y="3918610"/>
                  </a:cubicBezTo>
                  <a:cubicBezTo>
                    <a:pt x="76435" y="4071010"/>
                    <a:pt x="533635" y="3927574"/>
                    <a:pt x="816023" y="3757245"/>
                  </a:cubicBezTo>
                  <a:cubicBezTo>
                    <a:pt x="1098411" y="3586916"/>
                    <a:pt x="1497341" y="3143163"/>
                    <a:pt x="1703529" y="2896634"/>
                  </a:cubicBezTo>
                  <a:cubicBezTo>
                    <a:pt x="1909717" y="2650105"/>
                    <a:pt x="1972471" y="2757681"/>
                    <a:pt x="2053153" y="2278069"/>
                  </a:cubicBezTo>
                  <a:cubicBezTo>
                    <a:pt x="2133835" y="1798457"/>
                    <a:pt x="2375882" y="184810"/>
                    <a:pt x="2187623" y="18963"/>
                  </a:cubicBezTo>
                  <a:cubicBezTo>
                    <a:pt x="1999364" y="-146884"/>
                    <a:pt x="1214953" y="816821"/>
                    <a:pt x="923600" y="1282986"/>
                  </a:cubicBezTo>
                  <a:cubicBezTo>
                    <a:pt x="632247" y="1749151"/>
                    <a:pt x="565012" y="2403574"/>
                    <a:pt x="412612" y="2842845"/>
                  </a:cubicBezTo>
                  <a:close/>
                </a:path>
              </a:pathLst>
            </a:custGeom>
            <a:gradFill>
              <a:gsLst>
                <a:gs pos="0">
                  <a:srgbClr val="3F0000"/>
                </a:gs>
                <a:gs pos="89000">
                  <a:srgbClr val="F2000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8AD2B998-92F7-4A6C-9DEA-B9FBEE3E79EF}"/>
                </a:ext>
              </a:extLst>
            </p:cNvPr>
            <p:cNvSpPr/>
            <p:nvPr/>
          </p:nvSpPr>
          <p:spPr>
            <a:xfrm>
              <a:off x="917757" y="4832590"/>
              <a:ext cx="1305480" cy="2025410"/>
            </a:xfrm>
            <a:prstGeom prst="triangle">
              <a:avLst/>
            </a:prstGeom>
            <a:gradFill>
              <a:gsLst>
                <a:gs pos="80000">
                  <a:srgbClr val="FFAE6B"/>
                </a:gs>
                <a:gs pos="17000">
                  <a:srgbClr val="FF9135"/>
                </a:gs>
                <a:gs pos="49000">
                  <a:srgbClr val="FF5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FB057AC-9F6E-4B54-9D08-0BF0311E3915}"/>
                </a:ext>
              </a:extLst>
            </p:cNvPr>
            <p:cNvSpPr/>
            <p:nvPr/>
          </p:nvSpPr>
          <p:spPr>
            <a:xfrm flipH="1" flipV="1">
              <a:off x="1013848" y="1441532"/>
              <a:ext cx="1113299" cy="4502715"/>
            </a:xfrm>
            <a:custGeom>
              <a:avLst/>
              <a:gdLst>
                <a:gd name="connsiteX0" fmla="*/ 716280 w 1432560"/>
                <a:gd name="connsiteY0" fmla="*/ 5107553 h 5107553"/>
                <a:gd name="connsiteX1" fmla="*/ 0 w 1432560"/>
                <a:gd name="connsiteY1" fmla="*/ 2772216 h 5107553"/>
                <a:gd name="connsiteX2" fmla="*/ 3698 w 1432560"/>
                <a:gd name="connsiteY2" fmla="*/ 2533441 h 5107553"/>
                <a:gd name="connsiteX3" fmla="*/ 10857 w 1432560"/>
                <a:gd name="connsiteY3" fmla="*/ 2380490 h 5107553"/>
                <a:gd name="connsiteX4" fmla="*/ 10160 w 1432560"/>
                <a:gd name="connsiteY4" fmla="*/ 2380490 h 5107553"/>
                <a:gd name="connsiteX5" fmla="*/ 11571 w 1432560"/>
                <a:gd name="connsiteY5" fmla="*/ 2365254 h 5107553"/>
                <a:gd name="connsiteX6" fmla="*/ 14552 w 1432560"/>
                <a:gd name="connsiteY6" fmla="*/ 2301564 h 5107553"/>
                <a:gd name="connsiteX7" fmla="*/ 56289 w 1432560"/>
                <a:gd name="connsiteY7" fmla="*/ 1863197 h 5107553"/>
                <a:gd name="connsiteX8" fmla="*/ 60290 w 1432560"/>
                <a:gd name="connsiteY8" fmla="*/ 1839163 h 5107553"/>
                <a:gd name="connsiteX9" fmla="*/ 220445 w 1432560"/>
                <a:gd name="connsiteY9" fmla="*/ 109734 h 5107553"/>
                <a:gd name="connsiteX10" fmla="*/ 220445 w 1432560"/>
                <a:gd name="connsiteY10" fmla="*/ 0 h 5107553"/>
                <a:gd name="connsiteX11" fmla="*/ 230607 w 1432560"/>
                <a:gd name="connsiteY11" fmla="*/ 0 h 5107553"/>
                <a:gd name="connsiteX12" fmla="*/ 1201952 w 1432560"/>
                <a:gd name="connsiteY12" fmla="*/ 0 h 5107553"/>
                <a:gd name="connsiteX13" fmla="*/ 1212111 w 1432560"/>
                <a:gd name="connsiteY13" fmla="*/ 0 h 5107553"/>
                <a:gd name="connsiteX14" fmla="*/ 1212111 w 1432560"/>
                <a:gd name="connsiteY14" fmla="*/ 109701 h 5107553"/>
                <a:gd name="connsiteX15" fmla="*/ 1372270 w 1432560"/>
                <a:gd name="connsiteY15" fmla="*/ 1839160 h 5107553"/>
                <a:gd name="connsiteX16" fmla="*/ 1376271 w 1432560"/>
                <a:gd name="connsiteY16" fmla="*/ 1863197 h 5107553"/>
                <a:gd name="connsiteX17" fmla="*/ 1418008 w 1432560"/>
                <a:gd name="connsiteY17" fmla="*/ 2301564 h 5107553"/>
                <a:gd name="connsiteX18" fmla="*/ 1420989 w 1432560"/>
                <a:gd name="connsiteY18" fmla="*/ 2365254 h 5107553"/>
                <a:gd name="connsiteX19" fmla="*/ 1422400 w 1432560"/>
                <a:gd name="connsiteY19" fmla="*/ 2380490 h 5107553"/>
                <a:gd name="connsiteX20" fmla="*/ 1421703 w 1432560"/>
                <a:gd name="connsiteY20" fmla="*/ 2380490 h 5107553"/>
                <a:gd name="connsiteX21" fmla="*/ 1428862 w 1432560"/>
                <a:gd name="connsiteY21" fmla="*/ 2533441 h 5107553"/>
                <a:gd name="connsiteX22" fmla="*/ 1432560 w 1432560"/>
                <a:gd name="connsiteY22" fmla="*/ 2772216 h 5107553"/>
                <a:gd name="connsiteX23" fmla="*/ 716280 w 1432560"/>
                <a:gd name="connsiteY23" fmla="*/ 5107553 h 510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32560" h="5107553">
                  <a:moveTo>
                    <a:pt x="716280" y="5107553"/>
                  </a:moveTo>
                  <a:cubicBezTo>
                    <a:pt x="320689" y="5107553"/>
                    <a:pt x="0" y="4061987"/>
                    <a:pt x="0" y="2772216"/>
                  </a:cubicBezTo>
                  <a:cubicBezTo>
                    <a:pt x="0" y="2691605"/>
                    <a:pt x="1252" y="2611948"/>
                    <a:pt x="3698" y="2533441"/>
                  </a:cubicBezTo>
                  <a:lnTo>
                    <a:pt x="10857" y="2380490"/>
                  </a:lnTo>
                  <a:lnTo>
                    <a:pt x="10160" y="2380490"/>
                  </a:lnTo>
                  <a:lnTo>
                    <a:pt x="11571" y="2365254"/>
                  </a:lnTo>
                  <a:lnTo>
                    <a:pt x="14552" y="2301564"/>
                  </a:lnTo>
                  <a:cubicBezTo>
                    <a:pt x="24093" y="2149539"/>
                    <a:pt x="38166" y="2002895"/>
                    <a:pt x="56289" y="1863197"/>
                  </a:cubicBezTo>
                  <a:lnTo>
                    <a:pt x="60290" y="1839163"/>
                  </a:lnTo>
                  <a:lnTo>
                    <a:pt x="220445" y="109734"/>
                  </a:lnTo>
                  <a:lnTo>
                    <a:pt x="220445" y="0"/>
                  </a:lnTo>
                  <a:lnTo>
                    <a:pt x="230607" y="0"/>
                  </a:lnTo>
                  <a:lnTo>
                    <a:pt x="1201952" y="0"/>
                  </a:lnTo>
                  <a:lnTo>
                    <a:pt x="1212111" y="0"/>
                  </a:lnTo>
                  <a:lnTo>
                    <a:pt x="1212111" y="109701"/>
                  </a:lnTo>
                  <a:lnTo>
                    <a:pt x="1372270" y="1839160"/>
                  </a:lnTo>
                  <a:lnTo>
                    <a:pt x="1376271" y="1863197"/>
                  </a:lnTo>
                  <a:cubicBezTo>
                    <a:pt x="1394394" y="2002895"/>
                    <a:pt x="1408467" y="2149539"/>
                    <a:pt x="1418008" y="2301564"/>
                  </a:cubicBezTo>
                  <a:lnTo>
                    <a:pt x="1420989" y="2365254"/>
                  </a:lnTo>
                  <a:lnTo>
                    <a:pt x="1422400" y="2380490"/>
                  </a:lnTo>
                  <a:lnTo>
                    <a:pt x="1421703" y="2380490"/>
                  </a:lnTo>
                  <a:lnTo>
                    <a:pt x="1428862" y="2533441"/>
                  </a:lnTo>
                  <a:cubicBezTo>
                    <a:pt x="1431308" y="2611948"/>
                    <a:pt x="1432560" y="2691605"/>
                    <a:pt x="1432560" y="2772216"/>
                  </a:cubicBezTo>
                  <a:cubicBezTo>
                    <a:pt x="1432560" y="4061987"/>
                    <a:pt x="1111871" y="5107553"/>
                    <a:pt x="716280" y="5107553"/>
                  </a:cubicBezTo>
                  <a:close/>
                </a:path>
              </a:pathLst>
            </a:custGeom>
            <a:gradFill>
              <a:gsLst>
                <a:gs pos="86000">
                  <a:srgbClr val="4F0000"/>
                </a:gs>
                <a:gs pos="50000">
                  <a:srgbClr val="D6000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97C08-7F6E-463E-BA97-8783FE327CE4}"/>
                </a:ext>
              </a:extLst>
            </p:cNvPr>
            <p:cNvSpPr/>
            <p:nvPr/>
          </p:nvSpPr>
          <p:spPr>
            <a:xfrm>
              <a:off x="1107782" y="2149779"/>
              <a:ext cx="925430" cy="1049799"/>
            </a:xfrm>
            <a:prstGeom prst="ellipse">
              <a:avLst/>
            </a:prstGeom>
            <a:gradFill flip="none" rotWithShape="1">
              <a:gsLst>
                <a:gs pos="100000">
                  <a:srgbClr val="0000CF"/>
                </a:gs>
                <a:gs pos="51000">
                  <a:srgbClr val="E7E8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5C68277-A396-40EE-8206-61F7955AFCF8}"/>
                </a:ext>
              </a:extLst>
            </p:cNvPr>
            <p:cNvSpPr/>
            <p:nvPr/>
          </p:nvSpPr>
          <p:spPr>
            <a:xfrm>
              <a:off x="1201224" y="2256298"/>
              <a:ext cx="738544" cy="449044"/>
            </a:xfrm>
            <a:prstGeom prst="ellipse">
              <a:avLst/>
            </a:prstGeom>
            <a:gradFill flip="none" rotWithShape="1">
              <a:gsLst>
                <a:gs pos="100000">
                  <a:srgbClr val="05017E"/>
                </a:gs>
                <a:gs pos="51000">
                  <a:srgbClr val="E7E8FF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30678A-7CAB-4A50-9122-21BE9F1365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848" y="3312224"/>
              <a:ext cx="1113299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4707041-673F-4576-A34F-EBE93DDB2E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0815" y="4184044"/>
              <a:ext cx="1062397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263467" cy="1455225"/>
          </a:xfrm>
        </p:spPr>
        <p:txBody>
          <a:bodyPr anchor="ctr">
            <a:normAutofit/>
          </a:bodyPr>
          <a:lstStyle/>
          <a:p>
            <a:pPr algn="l"/>
            <a:r>
              <a:rPr lang="ru-RU" dirty="0">
                <a:gradFill>
                  <a:gsLst>
                    <a:gs pos="6000">
                      <a:srgbClr val="A70000"/>
                    </a:gs>
                    <a:gs pos="70000">
                      <a:srgbClr val="C07FAE"/>
                    </a:gs>
                  </a:gsLst>
                  <a:lin ang="4800000" scaled="0"/>
                </a:gradFill>
                <a:latin typeface="Ubuntu" panose="020B0504030602030204" pitchFamily="34" charset="0"/>
              </a:rPr>
              <a:t>Системы сборки ПО</a:t>
            </a:r>
            <a:endParaRPr lang="en-US" dirty="0">
              <a:gradFill>
                <a:gsLst>
                  <a:gs pos="6000">
                    <a:srgbClr val="A70000"/>
                  </a:gs>
                  <a:gs pos="70000">
                    <a:srgbClr val="C07FAE"/>
                  </a:gs>
                </a:gsLst>
                <a:lin ang="4800000" scaled="0"/>
              </a:gradFill>
              <a:latin typeface="Ubuntu" panose="020B0504030602030204" pitchFamily="34" charset="0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5716" y="1361441"/>
            <a:ext cx="8877204" cy="4993147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Системы сборки ПО это специализированные программы, которые проводят процессы конфигурации, проверки перед сборкой, сборку и пересборку проектов. Они автоматически находят зависимости между файлами с исходным кодом и выходными файлами. Большинство поддерживают работу через параллельно запущенные процессы, используя сразу несколько потоков процессора. Кроме того, часто внешние зависимости проекта подключаются именно через системы сборки ПО.</a:t>
            </a:r>
            <a:endParaRPr lang="en-US" sz="235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/>
            <a:endParaRPr lang="en-US" sz="235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/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К системам сборки ПО относятся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: </a:t>
            </a:r>
            <a:r>
              <a:rPr lang="en-US" sz="2350" dirty="0">
                <a:solidFill>
                  <a:schemeClr val="bg1"/>
                </a:solidFill>
                <a:latin typeface="Ubuntu" panose="020B0504030602030204" pitchFamily="34" charset="0"/>
              </a:rPr>
              <a:t>GNU Make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sz="2350" dirty="0">
                <a:solidFill>
                  <a:schemeClr val="bg1"/>
                </a:solidFill>
                <a:latin typeface="Ubuntu" panose="020B0504030602030204" pitchFamily="34" charset="0"/>
              </a:rPr>
              <a:t>GNU Autotools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sz="2350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sz="2350" dirty="0">
                <a:solidFill>
                  <a:schemeClr val="bg1"/>
                </a:solidFill>
                <a:latin typeface="Ubuntu" panose="020B0504030602030204" pitchFamily="34" charset="0"/>
              </a:rPr>
              <a:t>Ninja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sz="235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и другие.</a:t>
            </a:r>
            <a:endParaRPr lang="en-US" sz="235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30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5000">
              <a:srgbClr val="90C8C6"/>
            </a:gs>
            <a:gs pos="85000">
              <a:srgbClr val="004571"/>
            </a:gs>
            <a:gs pos="15000">
              <a:srgbClr val="00265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61918D2-D8C7-4B95-9589-97B0AED25038}"/>
              </a:ext>
            </a:extLst>
          </p:cNvPr>
          <p:cNvGrpSpPr/>
          <p:nvPr/>
        </p:nvGrpSpPr>
        <p:grpSpPr>
          <a:xfrm rot="11112219">
            <a:off x="8376638" y="4228691"/>
            <a:ext cx="3698022" cy="2515922"/>
            <a:chOff x="11268820" y="-1359361"/>
            <a:chExt cx="10228356" cy="1050597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ADFF0E-B70D-4980-B7A8-F41690426FFB}"/>
                </a:ext>
              </a:extLst>
            </p:cNvPr>
            <p:cNvGrpSpPr/>
            <p:nvPr/>
          </p:nvGrpSpPr>
          <p:grpSpPr>
            <a:xfrm>
              <a:off x="11268820" y="-1359361"/>
              <a:ext cx="10228356" cy="10505978"/>
              <a:chOff x="12233194" y="-5406294"/>
              <a:chExt cx="10228356" cy="10505978"/>
            </a:xfrm>
          </p:grpSpPr>
          <p:sp>
            <p:nvSpPr>
              <p:cNvPr id="15" name="Explosion: 14 Points 14">
                <a:extLst>
                  <a:ext uri="{FF2B5EF4-FFF2-40B4-BE49-F238E27FC236}">
                    <a16:creationId xmlns:a16="http://schemas.microsoft.com/office/drawing/2014/main" id="{C6918AAB-5C8E-4720-A44C-1CFBB44EAEB8}"/>
                  </a:ext>
                </a:extLst>
              </p:cNvPr>
              <p:cNvSpPr/>
              <p:nvPr/>
            </p:nvSpPr>
            <p:spPr>
              <a:xfrm>
                <a:off x="12287807" y="-5172590"/>
                <a:ext cx="9958525" cy="9395931"/>
              </a:xfrm>
              <a:prstGeom prst="irregularSeal2">
                <a:avLst/>
              </a:prstGeom>
              <a:gradFill>
                <a:gsLst>
                  <a:gs pos="0">
                    <a:srgbClr val="49BCEE"/>
                  </a:gs>
                  <a:gs pos="69000">
                    <a:srgbClr val="021137"/>
                  </a:gs>
                  <a:gs pos="51000">
                    <a:srgbClr val="1D347A"/>
                  </a:gs>
                  <a:gs pos="100000">
                    <a:srgbClr val="4466D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Explosion: 14 Points 16">
                <a:extLst>
                  <a:ext uri="{FF2B5EF4-FFF2-40B4-BE49-F238E27FC236}">
                    <a16:creationId xmlns:a16="http://schemas.microsoft.com/office/drawing/2014/main" id="{1BA1F6BB-73C3-4D41-9F60-818AE401CD9C}"/>
                  </a:ext>
                </a:extLst>
              </p:cNvPr>
              <p:cNvSpPr/>
              <p:nvPr/>
            </p:nvSpPr>
            <p:spPr>
              <a:xfrm rot="5788278">
                <a:off x="12784322" y="-5124997"/>
                <a:ext cx="9958525" cy="9395931"/>
              </a:xfrm>
              <a:prstGeom prst="irregularSeal2">
                <a:avLst/>
              </a:prstGeom>
              <a:gradFill>
                <a:gsLst>
                  <a:gs pos="0">
                    <a:srgbClr val="49BCEE"/>
                  </a:gs>
                  <a:gs pos="69000">
                    <a:srgbClr val="021137"/>
                  </a:gs>
                  <a:gs pos="51000">
                    <a:srgbClr val="1D347A"/>
                  </a:gs>
                  <a:gs pos="100000">
                    <a:srgbClr val="4466D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Explosion: 14 Points 17">
                <a:extLst>
                  <a:ext uri="{FF2B5EF4-FFF2-40B4-BE49-F238E27FC236}">
                    <a16:creationId xmlns:a16="http://schemas.microsoft.com/office/drawing/2014/main" id="{1E563864-3A70-4543-8B2A-A04CFC482BD5}"/>
                  </a:ext>
                </a:extLst>
              </p:cNvPr>
              <p:cNvSpPr/>
              <p:nvPr/>
            </p:nvSpPr>
            <p:spPr>
              <a:xfrm rot="10179221">
                <a:off x="12233194" y="-3176809"/>
                <a:ext cx="9395211" cy="8276493"/>
              </a:xfrm>
              <a:prstGeom prst="irregularSeal2">
                <a:avLst/>
              </a:prstGeom>
              <a:gradFill>
                <a:gsLst>
                  <a:gs pos="0">
                    <a:srgbClr val="49BCEE"/>
                  </a:gs>
                  <a:gs pos="69000">
                    <a:srgbClr val="021137"/>
                  </a:gs>
                  <a:gs pos="51000">
                    <a:srgbClr val="1D347A"/>
                  </a:gs>
                  <a:gs pos="100000">
                    <a:srgbClr val="4466D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8AA63F-6E76-461D-A164-FB651500D5D4}"/>
                </a:ext>
              </a:extLst>
            </p:cNvPr>
            <p:cNvSpPr/>
            <p:nvPr/>
          </p:nvSpPr>
          <p:spPr>
            <a:xfrm rot="8839393">
              <a:off x="13437162" y="1273094"/>
              <a:ext cx="6248854" cy="5228797"/>
            </a:xfrm>
            <a:custGeom>
              <a:avLst/>
              <a:gdLst>
                <a:gd name="connsiteX0" fmla="*/ 1802421 w 7166595"/>
                <a:gd name="connsiteY0" fmla="*/ 2101557 h 3887705"/>
                <a:gd name="connsiteX1" fmla="*/ 2476190 w 7166595"/>
                <a:gd name="connsiteY1" fmla="*/ 2470525 h 3887705"/>
                <a:gd name="connsiteX2" fmla="*/ 2813074 w 7166595"/>
                <a:gd name="connsiteY2" fmla="*/ 2326147 h 3887705"/>
                <a:gd name="connsiteX3" fmla="*/ 3166000 w 7166595"/>
                <a:gd name="connsiteY3" fmla="*/ 3096168 h 3887705"/>
                <a:gd name="connsiteX4" fmla="*/ 4240821 w 7166595"/>
                <a:gd name="connsiteY4" fmla="*/ 2759283 h 3887705"/>
                <a:gd name="connsiteX5" fmla="*/ 4914590 w 7166595"/>
                <a:gd name="connsiteY5" fmla="*/ 3866189 h 3887705"/>
                <a:gd name="connsiteX6" fmla="*/ 5588358 w 7166595"/>
                <a:gd name="connsiteY6" fmla="*/ 3513262 h 3887705"/>
                <a:gd name="connsiteX7" fmla="*/ 6069621 w 7166595"/>
                <a:gd name="connsiteY7" fmla="*/ 3785978 h 3887705"/>
                <a:gd name="connsiteX8" fmla="*/ 6374421 w 7166595"/>
                <a:gd name="connsiteY8" fmla="*/ 3320757 h 3887705"/>
                <a:gd name="connsiteX9" fmla="*/ 6855684 w 7166595"/>
                <a:gd name="connsiteY9" fmla="*/ 3753894 h 3887705"/>
                <a:gd name="connsiteX10" fmla="*/ 7144442 w 7166595"/>
                <a:gd name="connsiteY10" fmla="*/ 3561389 h 3887705"/>
                <a:gd name="connsiteX11" fmla="*/ 7096316 w 7166595"/>
                <a:gd name="connsiteY11" fmla="*/ 2999915 h 3887705"/>
                <a:gd name="connsiteX12" fmla="*/ 6695263 w 7166595"/>
                <a:gd name="connsiteY12" fmla="*/ 2534694 h 3887705"/>
                <a:gd name="connsiteX13" fmla="*/ 6695263 w 7166595"/>
                <a:gd name="connsiteY13" fmla="*/ 2117599 h 3887705"/>
                <a:gd name="connsiteX14" fmla="*/ 6085663 w 7166595"/>
                <a:gd name="connsiteY14" fmla="*/ 2438441 h 3887705"/>
                <a:gd name="connsiteX15" fmla="*/ 5476063 w 7166595"/>
                <a:gd name="connsiteY15" fmla="*/ 1941136 h 3887705"/>
                <a:gd name="connsiteX16" fmla="*/ 4722084 w 7166595"/>
                <a:gd name="connsiteY16" fmla="*/ 2085515 h 3887705"/>
                <a:gd name="connsiteX17" fmla="*/ 4738126 w 7166595"/>
                <a:gd name="connsiteY17" fmla="*/ 433178 h 3887705"/>
                <a:gd name="connsiteX18" fmla="*/ 3711432 w 7166595"/>
                <a:gd name="connsiteY18" fmla="*/ 1331536 h 3887705"/>
                <a:gd name="connsiteX19" fmla="*/ 2877242 w 7166595"/>
                <a:gd name="connsiteY19" fmla="*/ 41 h 3887705"/>
                <a:gd name="connsiteX20" fmla="*/ 1577832 w 7166595"/>
                <a:gd name="connsiteY20" fmla="*/ 1283410 h 3887705"/>
                <a:gd name="connsiteX21" fmla="*/ 21748 w 7166595"/>
                <a:gd name="connsiteY21" fmla="*/ 834231 h 3887705"/>
                <a:gd name="connsiteX22" fmla="*/ 743642 w 7166595"/>
                <a:gd name="connsiteY22" fmla="*/ 1973220 h 3887705"/>
                <a:gd name="connsiteX23" fmla="*/ 1802421 w 7166595"/>
                <a:gd name="connsiteY23" fmla="*/ 2101557 h 3887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166595" h="3887705">
                  <a:moveTo>
                    <a:pt x="1802421" y="2101557"/>
                  </a:moveTo>
                  <a:cubicBezTo>
                    <a:pt x="2091179" y="2184441"/>
                    <a:pt x="2307748" y="2433093"/>
                    <a:pt x="2476190" y="2470525"/>
                  </a:cubicBezTo>
                  <a:cubicBezTo>
                    <a:pt x="2644632" y="2507957"/>
                    <a:pt x="2698106" y="2221873"/>
                    <a:pt x="2813074" y="2326147"/>
                  </a:cubicBezTo>
                  <a:cubicBezTo>
                    <a:pt x="2928042" y="2430421"/>
                    <a:pt x="2928042" y="3023979"/>
                    <a:pt x="3166000" y="3096168"/>
                  </a:cubicBezTo>
                  <a:cubicBezTo>
                    <a:pt x="3403958" y="3168357"/>
                    <a:pt x="3949389" y="2630946"/>
                    <a:pt x="4240821" y="2759283"/>
                  </a:cubicBezTo>
                  <a:cubicBezTo>
                    <a:pt x="4532253" y="2887620"/>
                    <a:pt x="4690001" y="3740526"/>
                    <a:pt x="4914590" y="3866189"/>
                  </a:cubicBezTo>
                  <a:cubicBezTo>
                    <a:pt x="5139179" y="3991852"/>
                    <a:pt x="5395853" y="3526630"/>
                    <a:pt x="5588358" y="3513262"/>
                  </a:cubicBezTo>
                  <a:cubicBezTo>
                    <a:pt x="5780863" y="3499894"/>
                    <a:pt x="5938610" y="3818062"/>
                    <a:pt x="6069621" y="3785978"/>
                  </a:cubicBezTo>
                  <a:cubicBezTo>
                    <a:pt x="6200632" y="3753894"/>
                    <a:pt x="6243411" y="3326104"/>
                    <a:pt x="6374421" y="3320757"/>
                  </a:cubicBezTo>
                  <a:cubicBezTo>
                    <a:pt x="6505432" y="3315410"/>
                    <a:pt x="6727347" y="3713789"/>
                    <a:pt x="6855684" y="3753894"/>
                  </a:cubicBezTo>
                  <a:cubicBezTo>
                    <a:pt x="6984021" y="3793999"/>
                    <a:pt x="7104337" y="3687052"/>
                    <a:pt x="7144442" y="3561389"/>
                  </a:cubicBezTo>
                  <a:cubicBezTo>
                    <a:pt x="7184547" y="3435726"/>
                    <a:pt x="7171179" y="3171031"/>
                    <a:pt x="7096316" y="2999915"/>
                  </a:cubicBezTo>
                  <a:cubicBezTo>
                    <a:pt x="7021453" y="2828799"/>
                    <a:pt x="6762105" y="2681747"/>
                    <a:pt x="6695263" y="2534694"/>
                  </a:cubicBezTo>
                  <a:cubicBezTo>
                    <a:pt x="6628421" y="2387641"/>
                    <a:pt x="6796863" y="2133641"/>
                    <a:pt x="6695263" y="2117599"/>
                  </a:cubicBezTo>
                  <a:cubicBezTo>
                    <a:pt x="6593663" y="2101557"/>
                    <a:pt x="6288863" y="2467852"/>
                    <a:pt x="6085663" y="2438441"/>
                  </a:cubicBezTo>
                  <a:cubicBezTo>
                    <a:pt x="5882463" y="2409031"/>
                    <a:pt x="5703326" y="1999957"/>
                    <a:pt x="5476063" y="1941136"/>
                  </a:cubicBezTo>
                  <a:cubicBezTo>
                    <a:pt x="5248800" y="1882315"/>
                    <a:pt x="4845073" y="2336841"/>
                    <a:pt x="4722084" y="2085515"/>
                  </a:cubicBezTo>
                  <a:cubicBezTo>
                    <a:pt x="4599095" y="1834189"/>
                    <a:pt x="4906568" y="558841"/>
                    <a:pt x="4738126" y="433178"/>
                  </a:cubicBezTo>
                  <a:cubicBezTo>
                    <a:pt x="4569684" y="307515"/>
                    <a:pt x="4021579" y="1403725"/>
                    <a:pt x="3711432" y="1331536"/>
                  </a:cubicBezTo>
                  <a:cubicBezTo>
                    <a:pt x="3401285" y="1259346"/>
                    <a:pt x="3232842" y="8062"/>
                    <a:pt x="2877242" y="41"/>
                  </a:cubicBezTo>
                  <a:cubicBezTo>
                    <a:pt x="2521642" y="-7980"/>
                    <a:pt x="2053748" y="1144378"/>
                    <a:pt x="1577832" y="1283410"/>
                  </a:cubicBezTo>
                  <a:cubicBezTo>
                    <a:pt x="1101916" y="1422442"/>
                    <a:pt x="160780" y="719263"/>
                    <a:pt x="21748" y="834231"/>
                  </a:cubicBezTo>
                  <a:cubicBezTo>
                    <a:pt x="-117284" y="949199"/>
                    <a:pt x="444190" y="1756652"/>
                    <a:pt x="743642" y="1973220"/>
                  </a:cubicBezTo>
                  <a:cubicBezTo>
                    <a:pt x="1043094" y="2189788"/>
                    <a:pt x="1513663" y="2018673"/>
                    <a:pt x="1802421" y="2101557"/>
                  </a:cubicBezTo>
                  <a:close/>
                </a:path>
              </a:pathLst>
            </a:custGeom>
            <a:solidFill>
              <a:srgbClr val="16284E"/>
            </a:solidFill>
            <a:ln>
              <a:noFill/>
            </a:ln>
            <a:effectLst>
              <a:glow rad="584200">
                <a:srgbClr val="B1CEE3">
                  <a:alpha val="27000"/>
                </a:srgbClr>
              </a:glo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82161"/>
          </a:xfrm>
        </p:spPr>
        <p:txBody>
          <a:bodyPr anchor="ctr">
            <a:normAutofit/>
          </a:bodyPr>
          <a:lstStyle/>
          <a:p>
            <a:r>
              <a:rPr lang="en-US" dirty="0">
                <a:gradFill>
                  <a:gsLst>
                    <a:gs pos="6000">
                      <a:srgbClr val="A70000"/>
                    </a:gs>
                    <a:gs pos="70000">
                      <a:srgbClr val="C07FAE"/>
                    </a:gs>
                  </a:gsLst>
                  <a:lin ang="4800000" scaled="0"/>
                </a:gradFill>
                <a:latin typeface="Ubuntu" panose="020B0504030602030204" pitchFamily="34" charset="0"/>
              </a:rPr>
              <a:t>GNU Make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1076282"/>
            <a:ext cx="11670974" cy="5404126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GNU Make 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это продолжитель оригинального Make, созданного Bell Labs, который являлся первой широкоиспользуемой сборочной программой. 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GNU Make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является довольно простой сборочной системой и чаще всего используется только для автоматизации сборки, но не для проверки наличия нужных зависимостей. Процесс сборки задается через правила, которые указаны в файле 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Makefile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. 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Сами правила состоят из:</a:t>
            </a:r>
          </a:p>
          <a:p>
            <a:pPr algn="l"/>
            <a:endParaRPr lang="en-US" sz="235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buFont typeface="+mj-lt"/>
              <a:buAutoNum type="arabicParenR"/>
            </a:pP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целей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(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targets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) – действие, которое данное правило делает (например, скомпилировать файл 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“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foo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”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или очистить всю корневую директорию);</a:t>
            </a:r>
          </a:p>
          <a:p>
            <a:pPr marL="457200" indent="-457200" algn="l">
              <a:buFont typeface="+mj-lt"/>
              <a:buAutoNum type="arabicParenR"/>
            </a:pP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реквизитов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или же 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зависимостей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(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prerequisites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,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dependencies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) – то, что необходимо для выполнения правил и получения целей;</a:t>
            </a:r>
          </a:p>
          <a:p>
            <a:pPr marL="457200" indent="-457200" algn="l">
              <a:buFont typeface="+mj-lt"/>
              <a:buAutoNum type="arabicParenR"/>
            </a:pP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команд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(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commands</a:t>
            </a:r>
            <a:r>
              <a:rPr lang="en-US" sz="235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50" dirty="0">
                <a:solidFill>
                  <a:schemeClr val="bg1"/>
                </a:solidFill>
                <a:latin typeface="Ubuntu" panose="020B0504030602030204" pitchFamily="34" charset="0"/>
              </a:rPr>
              <a:t>recipes</a:t>
            </a:r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), которые и выполняют правила.</a:t>
            </a:r>
          </a:p>
        </p:txBody>
      </p:sp>
    </p:spTree>
    <p:extLst>
      <p:ext uri="{BB962C8B-B14F-4D97-AF65-F5344CB8AC3E}">
        <p14:creationId xmlns:p14="http://schemas.microsoft.com/office/powerpoint/2010/main" val="24944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0C8C6"/>
            </a:gs>
            <a:gs pos="96000">
              <a:srgbClr val="00184A"/>
            </a:gs>
            <a:gs pos="22000">
              <a:srgbClr val="004571"/>
            </a:gs>
            <a:gs pos="100000">
              <a:srgbClr val="CFFC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FC96079-DA7A-4CE4-848D-DEE8D4D51333}"/>
              </a:ext>
            </a:extLst>
          </p:cNvPr>
          <p:cNvSpPr/>
          <p:nvPr/>
        </p:nvSpPr>
        <p:spPr>
          <a:xfrm>
            <a:off x="9888070" y="168841"/>
            <a:ext cx="2133829" cy="2122233"/>
          </a:xfrm>
          <a:prstGeom prst="ellipse">
            <a:avLst/>
          </a:prstGeom>
          <a:gradFill>
            <a:gsLst>
              <a:gs pos="100000">
                <a:srgbClr val="FCF9D9"/>
              </a:gs>
              <a:gs pos="80000">
                <a:srgbClr val="D7C98E"/>
              </a:gs>
              <a:gs pos="49000">
                <a:srgbClr val="E5D6BE"/>
              </a:gs>
              <a:gs pos="42000">
                <a:srgbClr val="D0B688"/>
              </a:gs>
              <a:gs pos="17000">
                <a:srgbClr val="FCF9D9"/>
              </a:gs>
            </a:gsLst>
            <a:lin ang="4500000" scaled="0"/>
          </a:gradFill>
          <a:ln>
            <a:noFill/>
          </a:ln>
          <a:effectLst>
            <a:innerShdw blurRad="495300" dist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D6CFEC-95B5-40B7-8BC4-B80C13CB37A4}"/>
              </a:ext>
            </a:extLst>
          </p:cNvPr>
          <p:cNvGrpSpPr/>
          <p:nvPr/>
        </p:nvGrpSpPr>
        <p:grpSpPr>
          <a:xfrm>
            <a:off x="11002836" y="505590"/>
            <a:ext cx="567751" cy="234970"/>
            <a:chOff x="9516121" y="53609"/>
            <a:chExt cx="2379047" cy="102296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CDE8D48-8187-41F3-A672-B8EE76D3D72F}"/>
                </a:ext>
              </a:extLst>
            </p:cNvPr>
            <p:cNvSpPr/>
            <p:nvPr/>
          </p:nvSpPr>
          <p:spPr>
            <a:xfrm rot="19779344">
              <a:off x="9953296" y="154675"/>
              <a:ext cx="215900" cy="551542"/>
            </a:xfrm>
            <a:prstGeom prst="ellipse">
              <a:avLst/>
            </a:prstGeom>
            <a:solidFill>
              <a:srgbClr val="C68A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AE108-0696-472A-805F-C0DD2301B596}"/>
                </a:ext>
              </a:extLst>
            </p:cNvPr>
            <p:cNvSpPr/>
            <p:nvPr/>
          </p:nvSpPr>
          <p:spPr>
            <a:xfrm>
              <a:off x="9516121" y="165095"/>
              <a:ext cx="1839301" cy="786685"/>
            </a:xfrm>
            <a:custGeom>
              <a:avLst/>
              <a:gdLst>
                <a:gd name="connsiteX0" fmla="*/ 1429 w 1839301"/>
                <a:gd name="connsiteY0" fmla="*/ 711205 h 786685"/>
                <a:gd name="connsiteX1" fmla="*/ 1741329 w 1839301"/>
                <a:gd name="connsiteY1" fmla="*/ 685805 h 786685"/>
                <a:gd name="connsiteX2" fmla="*/ 1449229 w 1839301"/>
                <a:gd name="connsiteY2" fmla="*/ 5 h 786685"/>
                <a:gd name="connsiteX3" fmla="*/ 1429 w 1839301"/>
                <a:gd name="connsiteY3" fmla="*/ 711205 h 786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9301" h="786685">
                  <a:moveTo>
                    <a:pt x="1429" y="711205"/>
                  </a:moveTo>
                  <a:cubicBezTo>
                    <a:pt x="50112" y="825505"/>
                    <a:pt x="1500029" y="804338"/>
                    <a:pt x="1741329" y="685805"/>
                  </a:cubicBezTo>
                  <a:cubicBezTo>
                    <a:pt x="1982629" y="567272"/>
                    <a:pt x="1737096" y="-2112"/>
                    <a:pt x="1449229" y="5"/>
                  </a:cubicBezTo>
                  <a:cubicBezTo>
                    <a:pt x="1161362" y="2122"/>
                    <a:pt x="-47254" y="596905"/>
                    <a:pt x="1429" y="711205"/>
                  </a:cubicBezTo>
                  <a:close/>
                </a:path>
              </a:pathLst>
            </a:custGeom>
            <a:solidFill>
              <a:srgbClr val="E9F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ADE626-62C9-4042-875B-27B6F56112B6}"/>
                </a:ext>
              </a:extLst>
            </p:cNvPr>
            <p:cNvSpPr/>
            <p:nvPr/>
          </p:nvSpPr>
          <p:spPr>
            <a:xfrm rot="19779344">
              <a:off x="10235571" y="53609"/>
              <a:ext cx="215900" cy="551542"/>
            </a:xfrm>
            <a:prstGeom prst="ellipse">
              <a:avLst/>
            </a:prstGeom>
            <a:solidFill>
              <a:srgbClr val="C68A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A848585-A9D9-4B15-8774-6BB19C5A205C}"/>
                </a:ext>
              </a:extLst>
            </p:cNvPr>
            <p:cNvSpPr/>
            <p:nvPr/>
          </p:nvSpPr>
          <p:spPr>
            <a:xfrm>
              <a:off x="9887461" y="587460"/>
              <a:ext cx="267129" cy="26712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0F2E77D-CBA3-4C49-A8F5-ED4741A805B0}"/>
                </a:ext>
              </a:extLst>
            </p:cNvPr>
            <p:cNvSpPr/>
            <p:nvPr/>
          </p:nvSpPr>
          <p:spPr>
            <a:xfrm rot="1121458">
              <a:off x="11258741" y="629692"/>
              <a:ext cx="636427" cy="446881"/>
            </a:xfrm>
            <a:custGeom>
              <a:avLst/>
              <a:gdLst>
                <a:gd name="connsiteX0" fmla="*/ 0 w 385538"/>
                <a:gd name="connsiteY0" fmla="*/ 163482 h 446881"/>
                <a:gd name="connsiteX1" fmla="*/ 304800 w 385538"/>
                <a:gd name="connsiteY1" fmla="*/ 11082 h 446881"/>
                <a:gd name="connsiteX2" fmla="*/ 371856 w 385538"/>
                <a:gd name="connsiteY2" fmla="*/ 431706 h 446881"/>
                <a:gd name="connsiteX3" fmla="*/ 85344 w 385538"/>
                <a:gd name="connsiteY3" fmla="*/ 340266 h 446881"/>
                <a:gd name="connsiteX4" fmla="*/ 237744 w 385538"/>
                <a:gd name="connsiteY4" fmla="*/ 206154 h 446881"/>
                <a:gd name="connsiteX5" fmla="*/ 262128 w 385538"/>
                <a:gd name="connsiteY5" fmla="*/ 303690 h 446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5538" h="446881">
                  <a:moveTo>
                    <a:pt x="0" y="163482"/>
                  </a:moveTo>
                  <a:cubicBezTo>
                    <a:pt x="121412" y="64930"/>
                    <a:pt x="242824" y="-33622"/>
                    <a:pt x="304800" y="11082"/>
                  </a:cubicBezTo>
                  <a:cubicBezTo>
                    <a:pt x="366776" y="55786"/>
                    <a:pt x="408432" y="376842"/>
                    <a:pt x="371856" y="431706"/>
                  </a:cubicBezTo>
                  <a:cubicBezTo>
                    <a:pt x="335280" y="486570"/>
                    <a:pt x="107696" y="377858"/>
                    <a:pt x="85344" y="340266"/>
                  </a:cubicBezTo>
                  <a:cubicBezTo>
                    <a:pt x="62992" y="302674"/>
                    <a:pt x="208280" y="212250"/>
                    <a:pt x="237744" y="206154"/>
                  </a:cubicBezTo>
                  <a:cubicBezTo>
                    <a:pt x="267208" y="200058"/>
                    <a:pt x="264668" y="251874"/>
                    <a:pt x="262128" y="30369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C4E62D-9EFC-45CF-989C-4CFDC73E1C09}"/>
              </a:ext>
            </a:extLst>
          </p:cNvPr>
          <p:cNvGrpSpPr/>
          <p:nvPr/>
        </p:nvGrpSpPr>
        <p:grpSpPr>
          <a:xfrm>
            <a:off x="10183023" y="636906"/>
            <a:ext cx="574029" cy="206305"/>
            <a:chOff x="9706246" y="559438"/>
            <a:chExt cx="1166946" cy="4357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3BC266-EF08-4307-8095-9339F8260E00}"/>
                </a:ext>
              </a:extLst>
            </p:cNvPr>
            <p:cNvGrpSpPr/>
            <p:nvPr/>
          </p:nvGrpSpPr>
          <p:grpSpPr>
            <a:xfrm flipH="1">
              <a:off x="9706246" y="559438"/>
              <a:ext cx="1166946" cy="435743"/>
              <a:chOff x="9516121" y="53609"/>
              <a:chExt cx="2452176" cy="898171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499FF35-7366-4D2F-9762-0A756138990B}"/>
                  </a:ext>
                </a:extLst>
              </p:cNvPr>
              <p:cNvSpPr/>
              <p:nvPr/>
            </p:nvSpPr>
            <p:spPr>
              <a:xfrm rot="19779344">
                <a:off x="9953296" y="154675"/>
                <a:ext cx="215900" cy="551542"/>
              </a:xfrm>
              <a:prstGeom prst="ellipse">
                <a:avLst/>
              </a:prstGeom>
              <a:solidFill>
                <a:srgbClr val="C68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D24B208-5A98-4B35-9363-C08332EFB020}"/>
                  </a:ext>
                </a:extLst>
              </p:cNvPr>
              <p:cNvSpPr/>
              <p:nvPr/>
            </p:nvSpPr>
            <p:spPr>
              <a:xfrm>
                <a:off x="9516121" y="165095"/>
                <a:ext cx="1839301" cy="786685"/>
              </a:xfrm>
              <a:custGeom>
                <a:avLst/>
                <a:gdLst>
                  <a:gd name="connsiteX0" fmla="*/ 1429 w 1839301"/>
                  <a:gd name="connsiteY0" fmla="*/ 711205 h 786685"/>
                  <a:gd name="connsiteX1" fmla="*/ 1741329 w 1839301"/>
                  <a:gd name="connsiteY1" fmla="*/ 685805 h 786685"/>
                  <a:gd name="connsiteX2" fmla="*/ 1449229 w 1839301"/>
                  <a:gd name="connsiteY2" fmla="*/ 5 h 786685"/>
                  <a:gd name="connsiteX3" fmla="*/ 1429 w 1839301"/>
                  <a:gd name="connsiteY3" fmla="*/ 711205 h 786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39301" h="786685">
                    <a:moveTo>
                      <a:pt x="1429" y="711205"/>
                    </a:moveTo>
                    <a:cubicBezTo>
                      <a:pt x="50112" y="825505"/>
                      <a:pt x="1500029" y="804338"/>
                      <a:pt x="1741329" y="685805"/>
                    </a:cubicBezTo>
                    <a:cubicBezTo>
                      <a:pt x="1982629" y="567272"/>
                      <a:pt x="1737096" y="-2112"/>
                      <a:pt x="1449229" y="5"/>
                    </a:cubicBezTo>
                    <a:cubicBezTo>
                      <a:pt x="1161362" y="2122"/>
                      <a:pt x="-47254" y="596905"/>
                      <a:pt x="1429" y="711205"/>
                    </a:cubicBezTo>
                    <a:close/>
                  </a:path>
                </a:pathLst>
              </a:custGeom>
              <a:solidFill>
                <a:srgbClr val="E9F3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CBDBEA3-0642-4F9D-B867-261A3624E780}"/>
                  </a:ext>
                </a:extLst>
              </p:cNvPr>
              <p:cNvSpPr/>
              <p:nvPr/>
            </p:nvSpPr>
            <p:spPr>
              <a:xfrm rot="19779344">
                <a:off x="10235571" y="53609"/>
                <a:ext cx="215900" cy="551542"/>
              </a:xfrm>
              <a:prstGeom prst="ellipse">
                <a:avLst/>
              </a:prstGeom>
              <a:solidFill>
                <a:srgbClr val="C68A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1CE06E-C628-4543-90DB-0C288B38519E}"/>
                  </a:ext>
                </a:extLst>
              </p:cNvPr>
              <p:cNvSpPr/>
              <p:nvPr/>
            </p:nvSpPr>
            <p:spPr>
              <a:xfrm>
                <a:off x="9887461" y="587460"/>
                <a:ext cx="267129" cy="26712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03E28AD-27BB-466E-8298-889516F2043D}"/>
                  </a:ext>
                </a:extLst>
              </p:cNvPr>
              <p:cNvSpPr/>
              <p:nvPr/>
            </p:nvSpPr>
            <p:spPr>
              <a:xfrm rot="1310149" flipV="1">
                <a:off x="11338048" y="361062"/>
                <a:ext cx="630249" cy="529124"/>
              </a:xfrm>
              <a:custGeom>
                <a:avLst/>
                <a:gdLst>
                  <a:gd name="connsiteX0" fmla="*/ 0 w 385538"/>
                  <a:gd name="connsiteY0" fmla="*/ 163482 h 446881"/>
                  <a:gd name="connsiteX1" fmla="*/ 304800 w 385538"/>
                  <a:gd name="connsiteY1" fmla="*/ 11082 h 446881"/>
                  <a:gd name="connsiteX2" fmla="*/ 371856 w 385538"/>
                  <a:gd name="connsiteY2" fmla="*/ 431706 h 446881"/>
                  <a:gd name="connsiteX3" fmla="*/ 85344 w 385538"/>
                  <a:gd name="connsiteY3" fmla="*/ 340266 h 446881"/>
                  <a:gd name="connsiteX4" fmla="*/ 237744 w 385538"/>
                  <a:gd name="connsiteY4" fmla="*/ 206154 h 446881"/>
                  <a:gd name="connsiteX5" fmla="*/ 262128 w 385538"/>
                  <a:gd name="connsiteY5" fmla="*/ 303690 h 446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5538" h="446881">
                    <a:moveTo>
                      <a:pt x="0" y="163482"/>
                    </a:moveTo>
                    <a:cubicBezTo>
                      <a:pt x="121412" y="64930"/>
                      <a:pt x="242824" y="-33622"/>
                      <a:pt x="304800" y="11082"/>
                    </a:cubicBezTo>
                    <a:cubicBezTo>
                      <a:pt x="366776" y="55786"/>
                      <a:pt x="408432" y="376842"/>
                      <a:pt x="371856" y="431706"/>
                    </a:cubicBezTo>
                    <a:cubicBezTo>
                      <a:pt x="335280" y="486570"/>
                      <a:pt x="107696" y="377858"/>
                      <a:pt x="85344" y="340266"/>
                    </a:cubicBezTo>
                    <a:cubicBezTo>
                      <a:pt x="62992" y="302674"/>
                      <a:pt x="208280" y="212250"/>
                      <a:pt x="237744" y="206154"/>
                    </a:cubicBezTo>
                    <a:cubicBezTo>
                      <a:pt x="267208" y="200058"/>
                      <a:pt x="264668" y="251874"/>
                      <a:pt x="262128" y="30369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C26CBCC-03B3-4F9F-9D53-0D0E422FEE2B}"/>
                </a:ext>
              </a:extLst>
            </p:cNvPr>
            <p:cNvGrpSpPr/>
            <p:nvPr/>
          </p:nvGrpSpPr>
          <p:grpSpPr>
            <a:xfrm rot="20594469">
              <a:off x="10275977" y="705684"/>
              <a:ext cx="275793" cy="207651"/>
              <a:chOff x="8455262" y="788692"/>
              <a:chExt cx="856383" cy="488987"/>
            </a:xfrm>
          </p:grpSpPr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A8B67423-7EB7-4A1C-9A4F-D1A5CE189064}"/>
                  </a:ext>
                </a:extLst>
              </p:cNvPr>
              <p:cNvSpPr/>
              <p:nvPr/>
            </p:nvSpPr>
            <p:spPr>
              <a:xfrm rot="-5400000">
                <a:off x="8909481" y="856446"/>
                <a:ext cx="469918" cy="334410"/>
              </a:xfrm>
              <a:prstGeom prst="triangle">
                <a:avLst/>
              </a:prstGeom>
              <a:solidFill>
                <a:srgbClr val="EEB2AF"/>
              </a:solidFill>
              <a:ln w="15875" cap="rnd">
                <a:solidFill>
                  <a:srgbClr val="AF43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id="{D9DB07FD-8ACD-48C9-8210-C4D31782959C}"/>
                  </a:ext>
                </a:extLst>
              </p:cNvPr>
              <p:cNvSpPr/>
              <p:nvPr/>
            </p:nvSpPr>
            <p:spPr>
              <a:xfrm rot="5400000">
                <a:off x="8387508" y="875515"/>
                <a:ext cx="469918" cy="334410"/>
              </a:xfrm>
              <a:prstGeom prst="triangle">
                <a:avLst/>
              </a:prstGeom>
              <a:solidFill>
                <a:srgbClr val="EEB2AF"/>
              </a:solidFill>
              <a:ln w="15875" cap="rnd">
                <a:solidFill>
                  <a:srgbClr val="AF43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E068E44-8B1E-4C23-863A-3796572E8DD3}"/>
                  </a:ext>
                </a:extLst>
              </p:cNvPr>
              <p:cNvSpPr/>
              <p:nvPr/>
            </p:nvSpPr>
            <p:spPr>
              <a:xfrm>
                <a:off x="8705043" y="933469"/>
                <a:ext cx="377251" cy="206483"/>
              </a:xfrm>
              <a:prstGeom prst="ellipse">
                <a:avLst/>
              </a:prstGeom>
              <a:solidFill>
                <a:srgbClr val="EEB2AF"/>
              </a:solidFill>
              <a:ln w="15875" cap="rnd">
                <a:solidFill>
                  <a:srgbClr val="AF43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66122"/>
          </a:xfrm>
        </p:spPr>
        <p:txBody>
          <a:bodyPr anchor="ctr">
            <a:normAutofit/>
          </a:bodyPr>
          <a:lstStyle/>
          <a:p>
            <a:r>
              <a:rPr lang="en-US" dirty="0">
                <a:gradFill>
                  <a:gsLst>
                    <a:gs pos="6000">
                      <a:srgbClr val="A70000"/>
                    </a:gs>
                    <a:gs pos="70000">
                      <a:srgbClr val="C07FAE"/>
                    </a:gs>
                  </a:gsLst>
                  <a:lin ang="4800000" scaled="0"/>
                </a:gradFill>
                <a:latin typeface="Ubuntu" panose="020B0504030602030204" pitchFamily="34" charset="0"/>
              </a:rPr>
              <a:t>GNU Autotools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347" y="1066123"/>
            <a:ext cx="5919203" cy="5513971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После релиза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GNU Make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разработчики GNU столкнулись с тем, что использовать один и тот же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Makefile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на разных системах довольно проблематично: в системе может не быть нужных библиотек, используемый компилятор может сильно отличаться от компилятора GCC, заголовочные файлы могли иметь разные имена на разных системах, а использование команд препроцессора как “#ifdef” для платформо- и архитектурноспецифичных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частей кода становилось все более неудобно. В связи с этим они разработали две программы, которые стали частью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GNU Autotools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–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Autoconf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и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Automake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</a:p>
        </p:txBody>
      </p:sp>
      <p:sp>
        <p:nvSpPr>
          <p:cNvPr id="12" name="Subtitle 15">
            <a:extLst>
              <a:ext uri="{FF2B5EF4-FFF2-40B4-BE49-F238E27FC236}">
                <a16:creationId xmlns:a16="http://schemas.microsoft.com/office/drawing/2014/main" id="{1DE7724E-FD64-429E-A3D9-E731FA855E1F}"/>
              </a:ext>
            </a:extLst>
          </p:cNvPr>
          <p:cNvSpPr txBox="1">
            <a:spLocks/>
          </p:cNvSpPr>
          <p:nvPr/>
        </p:nvSpPr>
        <p:spPr>
          <a:xfrm>
            <a:off x="6096000" y="1812361"/>
            <a:ext cx="5988653" cy="4767733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Autoconf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разработан для генерации файла конфигурации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configure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из написанного разработчиком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configure.ac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файла.</a:t>
            </a:r>
          </a:p>
          <a:p>
            <a:pPr algn="l"/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Automake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автоматически генерирует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Makefile.in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из написанного разработчиком файла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Makefile.am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.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Makefile.in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это промежуточный “каркас” для генерации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Makefile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, который уже может использовать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. Он состоит из полноценных правил для конкретной платформы и архитектуры, а </a:t>
            </a:r>
            <a:r>
              <a:rPr lang="ru-RU" sz="2200" dirty="0">
                <a:solidFill>
                  <a:schemeClr val="bg1"/>
                </a:solidFill>
                <a:latin typeface="Ubuntu" panose="020B0504030602030204" pitchFamily="34" charset="0"/>
              </a:rPr>
              <a:t>Makefile.am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содержит лишь базовую информацию о проекте. </a:t>
            </a:r>
          </a:p>
        </p:txBody>
      </p:sp>
    </p:spTree>
    <p:extLst>
      <p:ext uri="{BB962C8B-B14F-4D97-AF65-F5344CB8AC3E}">
        <p14:creationId xmlns:p14="http://schemas.microsoft.com/office/powerpoint/2010/main" val="191575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00">
              <a:srgbClr val="00A9C9"/>
            </a:gs>
            <a:gs pos="73000">
              <a:srgbClr val="4A74FA"/>
            </a:gs>
            <a:gs pos="17000">
              <a:srgbClr val="B8E9FF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loud 10">
            <a:extLst>
              <a:ext uri="{FF2B5EF4-FFF2-40B4-BE49-F238E27FC236}">
                <a16:creationId xmlns:a16="http://schemas.microsoft.com/office/drawing/2014/main" id="{FA01F125-4F44-4ADD-9201-15739FC32C75}"/>
              </a:ext>
            </a:extLst>
          </p:cNvPr>
          <p:cNvSpPr/>
          <p:nvPr/>
        </p:nvSpPr>
        <p:spPr>
          <a:xfrm rot="19840509">
            <a:off x="9384620" y="4619876"/>
            <a:ext cx="2784327" cy="1874520"/>
          </a:xfrm>
          <a:prstGeom prst="cloud">
            <a:avLst/>
          </a:prstGeom>
          <a:gradFill>
            <a:gsLst>
              <a:gs pos="0">
                <a:srgbClr val="FBF8E2">
                  <a:alpha val="0"/>
                </a:srgbClr>
              </a:gs>
              <a:gs pos="68000">
                <a:srgbClr val="B8E9FF"/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97" y="1063057"/>
            <a:ext cx="11294519" cy="5729469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>
              <a:spcBef>
                <a:spcPts val="600"/>
              </a:spcBef>
            </a:pPr>
            <a:r>
              <a:rPr lang="ru-RU" sz="2220" b="1" dirty="0">
                <a:latin typeface="Ubuntu" panose="020B0504030602030204" pitchFamily="34" charset="0"/>
              </a:rPr>
              <a:t>CMake</a:t>
            </a:r>
            <a:r>
              <a:rPr lang="ru-RU" sz="2220" dirty="0">
                <a:latin typeface="Ubuntu Light" panose="020B0304030602030204" pitchFamily="34" charset="0"/>
              </a:rPr>
              <a:t> был выпущен в 2000-ом году компанией Kitware и быстро стал набирать популярность как более удобная и современная замена </a:t>
            </a:r>
            <a:r>
              <a:rPr lang="ru-RU" sz="2220" dirty="0">
                <a:latin typeface="Ubuntu" panose="020B0504030602030204" pitchFamily="34" charset="0"/>
              </a:rPr>
              <a:t>GNU Autotools</a:t>
            </a:r>
            <a:r>
              <a:rPr lang="ru-RU" sz="2220" dirty="0">
                <a:latin typeface="Ubuntu Light" panose="020B0304030602030204" pitchFamily="34" charset="0"/>
              </a:rPr>
              <a:t>. Хоть </a:t>
            </a:r>
            <a:r>
              <a:rPr lang="ru-RU" sz="2220" b="1" dirty="0">
                <a:latin typeface="Ubuntu" panose="020B0504030602030204" pitchFamily="34" charset="0"/>
              </a:rPr>
              <a:t>CMake</a:t>
            </a:r>
            <a:r>
              <a:rPr lang="ru-RU" sz="2220" dirty="0">
                <a:latin typeface="Ubuntu Light" panose="020B0304030602030204" pitchFamily="34" charset="0"/>
              </a:rPr>
              <a:t>, как и </a:t>
            </a:r>
            <a:r>
              <a:rPr lang="ru-RU" sz="2220" b="1" dirty="0">
                <a:latin typeface="Ubuntu" panose="020B0504030602030204" pitchFamily="34" charset="0"/>
              </a:rPr>
              <a:t>Autotools</a:t>
            </a:r>
            <a:r>
              <a:rPr lang="ru-RU" sz="2220" dirty="0">
                <a:latin typeface="Ubuntu Light" panose="020B0304030602030204" pitchFamily="34" charset="0"/>
              </a:rPr>
              <a:t>, был создан для упрощения кросс-компиляции и портативности проектов, в нем использованы немного другие методы: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arenR"/>
            </a:pPr>
            <a:r>
              <a:rPr lang="ru-RU" sz="2220" dirty="0">
                <a:latin typeface="Ubuntu Light" panose="020B0304030602030204" pitchFamily="34" charset="0"/>
              </a:rPr>
              <a:t>Вместо Libtool, который в </a:t>
            </a:r>
            <a:r>
              <a:rPr lang="ru-RU" sz="2220" b="1" dirty="0">
                <a:latin typeface="Ubuntu" panose="020B0504030602030204" pitchFamily="34" charset="0"/>
              </a:rPr>
              <a:t>Autotools</a:t>
            </a:r>
            <a:r>
              <a:rPr lang="ru-RU" sz="2220" dirty="0">
                <a:latin typeface="Ubuntu Light" panose="020B0304030602030204" pitchFamily="34" charset="0"/>
              </a:rPr>
              <a:t> выступает как враппер компилятора для нахождения библиотек внезависимости от их расширения</a:t>
            </a:r>
            <a:r>
              <a:rPr lang="en-US" sz="2220" dirty="0">
                <a:latin typeface="Ubuntu Light" panose="020B0304030602030204" pitchFamily="34" charset="0"/>
              </a:rPr>
              <a:t>, </a:t>
            </a:r>
            <a:r>
              <a:rPr lang="ru-RU" sz="2220" b="1" dirty="0">
                <a:latin typeface="Ubuntu" panose="020B0504030602030204" pitchFamily="34" charset="0"/>
              </a:rPr>
              <a:t>CMake</a:t>
            </a:r>
            <a:r>
              <a:rPr lang="en-US" sz="2220" dirty="0">
                <a:latin typeface="Ubuntu Light" panose="020B0304030602030204" pitchFamily="34" charset="0"/>
              </a:rPr>
              <a:t> </a:t>
            </a:r>
            <a:r>
              <a:rPr lang="ru-RU" sz="2220" dirty="0">
                <a:latin typeface="Ubuntu Light" panose="020B0304030602030204" pitchFamily="34" charset="0"/>
              </a:rPr>
              <a:t>использует pkg-config.</a:t>
            </a:r>
            <a:r>
              <a:rPr lang="en-US" sz="2220" dirty="0">
                <a:latin typeface="Ubuntu Light" panose="020B0304030602030204" pitchFamily="34" charset="0"/>
              </a:rPr>
              <a:t> </a:t>
            </a:r>
            <a:r>
              <a:rPr lang="ru-RU" sz="2220" dirty="0">
                <a:latin typeface="Ubuntu Light" panose="020B0304030602030204" pitchFamily="34" charset="0"/>
              </a:rPr>
              <a:t>Он находит библиотеки через конфигурационные файлы, которые устанавливаются вместе с этими библиотеками. Такой подход является более современным и упрощает процесс нахождения библиотек;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arenR"/>
            </a:pPr>
            <a:r>
              <a:rPr lang="ru-RU" sz="2220" b="1" dirty="0">
                <a:latin typeface="Ubuntu" panose="020B0504030602030204" pitchFamily="34" charset="0"/>
              </a:rPr>
              <a:t>CMake</a:t>
            </a:r>
            <a:r>
              <a:rPr lang="ru-RU" sz="2220" dirty="0">
                <a:latin typeface="Ubuntu Light" panose="020B0304030602030204" pitchFamily="34" charset="0"/>
              </a:rPr>
              <a:t> поддерживает не только </a:t>
            </a:r>
            <a:r>
              <a:rPr lang="ru-RU" sz="2220" b="1" dirty="0">
                <a:latin typeface="Ubuntu" panose="020B0504030602030204" pitchFamily="34" charset="0"/>
              </a:rPr>
              <a:t>GNU Make</a:t>
            </a:r>
            <a:r>
              <a:rPr lang="ru-RU" sz="2220" dirty="0">
                <a:latin typeface="Ubuntu Light" panose="020B0304030602030204" pitchFamily="34" charset="0"/>
              </a:rPr>
              <a:t>, но и другие сборочные системы, как например </a:t>
            </a:r>
            <a:r>
              <a:rPr lang="ru-RU" sz="2220" b="1" dirty="0">
                <a:latin typeface="Ubuntu" panose="020B0504030602030204" pitchFamily="34" charset="0"/>
              </a:rPr>
              <a:t>Ninja</a:t>
            </a:r>
            <a:r>
              <a:rPr lang="ru-RU" sz="2220" dirty="0"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arenR"/>
            </a:pPr>
            <a:r>
              <a:rPr lang="ru-RU" sz="2220" dirty="0">
                <a:latin typeface="Ubuntu Light" panose="020B0304030602030204" pitchFamily="34" charset="0"/>
              </a:rPr>
              <a:t>⁠</a:t>
            </a:r>
            <a:r>
              <a:rPr lang="ru-RU" sz="2220" b="1" dirty="0">
                <a:latin typeface="Ubuntu" panose="020B0504030602030204" pitchFamily="34" charset="0"/>
              </a:rPr>
              <a:t>CMake</a:t>
            </a:r>
            <a:r>
              <a:rPr lang="ru-RU" sz="2220" dirty="0">
                <a:latin typeface="Ubuntu Light" panose="020B0304030602030204" pitchFamily="34" charset="0"/>
              </a:rPr>
              <a:t> работает не только на Unix-подобных системах, так как он и его конфиги, в отличии от </a:t>
            </a:r>
            <a:r>
              <a:rPr lang="ru-RU" sz="2220" b="1" dirty="0">
                <a:latin typeface="Ubuntu" panose="020B0504030602030204" pitchFamily="34" charset="0"/>
              </a:rPr>
              <a:t>Autotools</a:t>
            </a:r>
            <a:r>
              <a:rPr lang="ru-RU" sz="2220" dirty="0">
                <a:latin typeface="Ubuntu Light" panose="020B0304030602030204" pitchFamily="34" charset="0"/>
              </a:rPr>
              <a:t>, не написаны через специфичную Unix системам командную оболочку;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arenR"/>
            </a:pPr>
            <a:r>
              <a:rPr lang="ru-RU" sz="2220" b="1" dirty="0">
                <a:latin typeface="Ubuntu" panose="020B0504030602030204" pitchFamily="34" charset="0"/>
              </a:rPr>
              <a:t>CMake</a:t>
            </a:r>
            <a:r>
              <a:rPr lang="ru-RU" sz="2220" dirty="0">
                <a:latin typeface="Ubuntu Light" panose="020B0304030602030204" pitchFamily="34" charset="0"/>
              </a:rPr>
              <a:t> имеет только один требуемый файл конфигурации – </a:t>
            </a:r>
            <a:r>
              <a:rPr lang="ru-RU" sz="2220" b="1" dirty="0">
                <a:latin typeface="Ubuntu" panose="020B0504030602030204" pitchFamily="34" charset="0"/>
              </a:rPr>
              <a:t>CMakeLists.txt</a:t>
            </a:r>
            <a:r>
              <a:rPr lang="ru-RU" sz="2220" dirty="0">
                <a:latin typeface="Ubuntu Light" panose="020B0304030602030204" pitchFamily="34" charset="0"/>
              </a:rPr>
              <a:t>.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4C395B9F-231E-4F06-BD39-815F885FB900}"/>
              </a:ext>
            </a:extLst>
          </p:cNvPr>
          <p:cNvSpPr/>
          <p:nvPr/>
        </p:nvSpPr>
        <p:spPr>
          <a:xfrm rot="11514370">
            <a:off x="10103399" y="15694"/>
            <a:ext cx="1622515" cy="1302566"/>
          </a:xfrm>
          <a:prstGeom prst="cloud">
            <a:avLst/>
          </a:prstGeom>
          <a:gradFill>
            <a:gsLst>
              <a:gs pos="0">
                <a:srgbClr val="FBF8E2"/>
              </a:gs>
              <a:gs pos="68000">
                <a:srgbClr val="B8E9FF"/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A49E03-F92F-46C6-BD1D-941B12D883F3}"/>
              </a:ext>
            </a:extLst>
          </p:cNvPr>
          <p:cNvSpPr/>
          <p:nvPr/>
        </p:nvSpPr>
        <p:spPr>
          <a:xfrm rot="11067459">
            <a:off x="-38329" y="-135133"/>
            <a:ext cx="3729476" cy="1398740"/>
          </a:xfrm>
          <a:custGeom>
            <a:avLst/>
            <a:gdLst>
              <a:gd name="connsiteX0" fmla="*/ 3729476 w 3729476"/>
              <a:gd name="connsiteY0" fmla="*/ 1119948 h 1398740"/>
              <a:gd name="connsiteX1" fmla="*/ 153298 w 3729476"/>
              <a:gd name="connsiteY1" fmla="*/ 1398740 h 1398740"/>
              <a:gd name="connsiteX2" fmla="*/ 111782 w 3729476"/>
              <a:gd name="connsiteY2" fmla="*/ 1348315 h 1398740"/>
              <a:gd name="connsiteX3" fmla="*/ 209566 w 3729476"/>
              <a:gd name="connsiteY3" fmla="*/ 1101311 h 1398740"/>
              <a:gd name="connsiteX4" fmla="*/ 3079 w 3729476"/>
              <a:gd name="connsiteY4" fmla="*/ 847893 h 1398740"/>
              <a:gd name="connsiteX5" fmla="*/ 380175 w 3729476"/>
              <a:gd name="connsiteY5" fmla="*/ 622646 h 1398740"/>
              <a:gd name="connsiteX6" fmla="*/ 383783 w 3729476"/>
              <a:gd name="connsiteY6" fmla="*/ 616708 h 1398740"/>
              <a:gd name="connsiteX7" fmla="*/ 551760 w 3729476"/>
              <a:gd name="connsiteY7" fmla="*/ 293250 h 1398740"/>
              <a:gd name="connsiteX8" fmla="*/ 1368934 w 3729476"/>
              <a:gd name="connsiteY8" fmla="*/ 219352 h 1398740"/>
              <a:gd name="connsiteX9" fmla="*/ 1369090 w 3729476"/>
              <a:gd name="connsiteY9" fmla="*/ 219216 h 1398740"/>
              <a:gd name="connsiteX10" fmla="*/ 1440999 w 3729476"/>
              <a:gd name="connsiteY10" fmla="*/ 156573 h 1398740"/>
              <a:gd name="connsiteX11" fmla="*/ 2192834 w 3729476"/>
              <a:gd name="connsiteY11" fmla="*/ 142638 h 1398740"/>
              <a:gd name="connsiteX12" fmla="*/ 2196508 w 3729476"/>
              <a:gd name="connsiteY12" fmla="*/ 139275 h 1398740"/>
              <a:gd name="connsiteX13" fmla="*/ 2249878 w 3729476"/>
              <a:gd name="connsiteY13" fmla="*/ 90440 h 1398740"/>
              <a:gd name="connsiteX14" fmla="*/ 2513873 w 3729476"/>
              <a:gd name="connsiteY14" fmla="*/ 2557 h 1398740"/>
              <a:gd name="connsiteX15" fmla="*/ 2831856 w 3729476"/>
              <a:gd name="connsiteY15" fmla="*/ 52847 h 1398740"/>
              <a:gd name="connsiteX16" fmla="*/ 2907361 w 3729476"/>
              <a:gd name="connsiteY16" fmla="*/ 98592 h 1398740"/>
              <a:gd name="connsiteX17" fmla="*/ 2912028 w 3729476"/>
              <a:gd name="connsiteY17" fmla="*/ 101420 h 1398740"/>
              <a:gd name="connsiteX18" fmla="*/ 3313394 w 3729476"/>
              <a:gd name="connsiteY18" fmla="*/ 1402 h 1398740"/>
              <a:gd name="connsiteX19" fmla="*/ 3460905 w 3729476"/>
              <a:gd name="connsiteY19" fmla="*/ 23795 h 1398740"/>
              <a:gd name="connsiteX20" fmla="*/ 3644201 w 3729476"/>
              <a:gd name="connsiteY20" fmla="*/ 108549 h 1398740"/>
              <a:gd name="connsiteX21" fmla="*/ 3651166 w 3729476"/>
              <a:gd name="connsiteY21" fmla="*/ 115431 h 13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729476" h="1398740">
                <a:moveTo>
                  <a:pt x="3729476" y="1119948"/>
                </a:moveTo>
                <a:lnTo>
                  <a:pt x="153298" y="1398740"/>
                </a:lnTo>
                <a:lnTo>
                  <a:pt x="111782" y="1348315"/>
                </a:lnTo>
                <a:cubicBezTo>
                  <a:pt x="69763" y="1261329"/>
                  <a:pt x="106907" y="1167451"/>
                  <a:pt x="209566" y="1101311"/>
                </a:cubicBezTo>
                <a:cubicBezTo>
                  <a:pt x="63913" y="1049431"/>
                  <a:pt x="-17200" y="949876"/>
                  <a:pt x="3079" y="847893"/>
                </a:cubicBezTo>
                <a:cubicBezTo>
                  <a:pt x="26867" y="728487"/>
                  <a:pt x="183438" y="634955"/>
                  <a:pt x="380175" y="622646"/>
                </a:cubicBezTo>
                <a:cubicBezTo>
                  <a:pt x="381345" y="620653"/>
                  <a:pt x="382613" y="618702"/>
                  <a:pt x="383783" y="616708"/>
                </a:cubicBezTo>
                <a:cubicBezTo>
                  <a:pt x="357362" y="499123"/>
                  <a:pt x="418977" y="380540"/>
                  <a:pt x="551760" y="293250"/>
                </a:cubicBezTo>
                <a:cubicBezTo>
                  <a:pt x="761562" y="155380"/>
                  <a:pt x="1101710" y="124651"/>
                  <a:pt x="1368934" y="219352"/>
                </a:cubicBezTo>
                <a:lnTo>
                  <a:pt x="1369090" y="219216"/>
                </a:lnTo>
                <a:lnTo>
                  <a:pt x="1440999" y="156573"/>
                </a:lnTo>
                <a:cubicBezTo>
                  <a:pt x="1632700" y="26586"/>
                  <a:pt x="1975988" y="13317"/>
                  <a:pt x="2192834" y="142638"/>
                </a:cubicBezTo>
                <a:lnTo>
                  <a:pt x="2196508" y="139275"/>
                </a:lnTo>
                <a:lnTo>
                  <a:pt x="2249878" y="90440"/>
                </a:lnTo>
                <a:cubicBezTo>
                  <a:pt x="2316489" y="43166"/>
                  <a:pt x="2409971" y="11464"/>
                  <a:pt x="2513873" y="2557"/>
                </a:cubicBezTo>
                <a:cubicBezTo>
                  <a:pt x="2628230" y="-7259"/>
                  <a:pt x="2742478" y="11545"/>
                  <a:pt x="2831856" y="52847"/>
                </a:cubicBezTo>
                <a:lnTo>
                  <a:pt x="2907361" y="98592"/>
                </a:lnTo>
                <a:lnTo>
                  <a:pt x="2912028" y="101420"/>
                </a:lnTo>
                <a:cubicBezTo>
                  <a:pt x="3013078" y="29451"/>
                  <a:pt x="3163702" y="-6265"/>
                  <a:pt x="3313394" y="1402"/>
                </a:cubicBezTo>
                <a:cubicBezTo>
                  <a:pt x="3363291" y="3958"/>
                  <a:pt x="3413085" y="11334"/>
                  <a:pt x="3460905" y="23795"/>
                </a:cubicBezTo>
                <a:cubicBezTo>
                  <a:pt x="3533780" y="42778"/>
                  <a:pt x="3596345" y="72142"/>
                  <a:pt x="3644201" y="108549"/>
                </a:cubicBezTo>
                <a:lnTo>
                  <a:pt x="3651166" y="115431"/>
                </a:lnTo>
                <a:close/>
              </a:path>
            </a:pathLst>
          </a:custGeom>
          <a:gradFill>
            <a:gsLst>
              <a:gs pos="0">
                <a:srgbClr val="FBF8E2"/>
              </a:gs>
              <a:gs pos="68000">
                <a:srgbClr val="B8E9FF"/>
              </a:gs>
            </a:gsLst>
            <a:lin ang="3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3454400" cy="1063058"/>
          </a:xfrm>
        </p:spPr>
        <p:txBody>
          <a:bodyPr anchor="ctr">
            <a:normAutofit/>
          </a:bodyPr>
          <a:lstStyle/>
          <a:p>
            <a:r>
              <a:rPr lang="en-US" dirty="0">
                <a:gradFill>
                  <a:gsLst>
                    <a:gs pos="6000">
                      <a:srgbClr val="A70000"/>
                    </a:gs>
                    <a:gs pos="70000">
                      <a:srgbClr val="C07FAE"/>
                    </a:gs>
                  </a:gsLst>
                  <a:lin ang="4800000" scaled="0"/>
                </a:gradFill>
                <a:latin typeface="Ubuntu" panose="020B0504030602030204" pitchFamily="34" charset="0"/>
              </a:rPr>
              <a:t>CMake</a:t>
            </a:r>
          </a:p>
        </p:txBody>
      </p:sp>
    </p:spTree>
    <p:extLst>
      <p:ext uri="{BB962C8B-B14F-4D97-AF65-F5344CB8AC3E}">
        <p14:creationId xmlns:p14="http://schemas.microsoft.com/office/powerpoint/2010/main" val="232458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rgbClr val="00A9C9"/>
            </a:gs>
            <a:gs pos="59000">
              <a:srgbClr val="000205"/>
            </a:gs>
            <a:gs pos="0">
              <a:srgbClr val="B8E9FF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0845354">
            <a:off x="90108" y="38908"/>
            <a:ext cx="2164466" cy="1066122"/>
          </a:xfrm>
        </p:spPr>
        <p:txBody>
          <a:bodyPr anchor="ctr">
            <a:normAutofit/>
          </a:bodyPr>
          <a:lstStyle/>
          <a:p>
            <a:r>
              <a:rPr lang="en-US" dirty="0">
                <a:gradFill>
                  <a:gsLst>
                    <a:gs pos="6000">
                      <a:srgbClr val="A70000"/>
                    </a:gs>
                    <a:gs pos="70000">
                      <a:srgbClr val="C07FAE"/>
                    </a:gs>
                  </a:gsLst>
                  <a:lin ang="4800000" scaled="0"/>
                </a:gradFill>
                <a:latin typeface="Ubuntu" panose="020B0504030602030204" pitchFamily="34" charset="0"/>
              </a:rPr>
              <a:t>Ninja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7C952E-2E7C-4CD0-B9B4-91130EB46BF4}"/>
              </a:ext>
            </a:extLst>
          </p:cNvPr>
          <p:cNvGrpSpPr/>
          <p:nvPr/>
        </p:nvGrpSpPr>
        <p:grpSpPr>
          <a:xfrm>
            <a:off x="8351354" y="46040"/>
            <a:ext cx="3704482" cy="3386023"/>
            <a:chOff x="463534" y="7312180"/>
            <a:chExt cx="3467938" cy="316981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19091D-B81F-412C-9761-C28C31908247}"/>
                </a:ext>
              </a:extLst>
            </p:cNvPr>
            <p:cNvSpPr/>
            <p:nvPr/>
          </p:nvSpPr>
          <p:spPr>
            <a:xfrm>
              <a:off x="761658" y="7312180"/>
              <a:ext cx="3169814" cy="3169814"/>
            </a:xfrm>
            <a:prstGeom prst="ellipse">
              <a:avLst/>
            </a:prstGeom>
            <a:gradFill flip="none" rotWithShape="1">
              <a:gsLst>
                <a:gs pos="99000">
                  <a:srgbClr val="F2691C"/>
                </a:gs>
                <a:gs pos="27000">
                  <a:srgbClr val="FFF39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0D6F23C-3199-4404-BBC1-FEDB3F5F1373}"/>
                </a:ext>
              </a:extLst>
            </p:cNvPr>
            <p:cNvSpPr/>
            <p:nvPr/>
          </p:nvSpPr>
          <p:spPr>
            <a:xfrm>
              <a:off x="463534" y="7621055"/>
              <a:ext cx="2552064" cy="255206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28" y="1381760"/>
            <a:ext cx="10668683" cy="5303457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Ninja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был выпущен в 2012-ом году сотрудником Google как более быстрая замена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GNU 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который сильно тормозил сборку крупных проектов как, например, Google Chrome.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Ninja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активно используется такими компаниями как Apple, Tesla, Ford, а также проектом LLVM.</a:t>
            </a:r>
          </a:p>
          <a:p>
            <a:pPr algn="l"/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/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Ninja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использует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build.ninja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файл для конфигурации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 отличии от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этот файл конфигурации не создается вручную – заместо этого его создает более высокоуровневая система сборки как, например,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или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 По этой причине в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Ninja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нет определенных функций, которые есть в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GNU 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например операций со строками: замена по паттернам, удаление префиксов и суффиксов, удаление лишних символов в строках, счет количества слов в строке и т.д. Все это не было перенесено из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GNU Make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т.к. все эти функции нужны скорее при ручном создании конфига, чем при авто-генерации.</a:t>
            </a:r>
          </a:p>
        </p:txBody>
      </p:sp>
    </p:spTree>
    <p:extLst>
      <p:ext uri="{BB962C8B-B14F-4D97-AF65-F5344CB8AC3E}">
        <p14:creationId xmlns:p14="http://schemas.microsoft.com/office/powerpoint/2010/main" val="88590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3000">
              <a:srgbClr val="000205"/>
            </a:gs>
            <a:gs pos="100000">
              <a:srgbClr val="B8E9FF"/>
            </a:gs>
          </a:gsLst>
          <a:lin ang="6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95A0C5-F6A9-479D-A53D-43A2EB43DF48}"/>
              </a:ext>
            </a:extLst>
          </p:cNvPr>
          <p:cNvGrpSpPr/>
          <p:nvPr/>
        </p:nvGrpSpPr>
        <p:grpSpPr>
          <a:xfrm>
            <a:off x="2556522" y="335505"/>
            <a:ext cx="7990455" cy="6186989"/>
            <a:chOff x="3588152" y="-606804"/>
            <a:chExt cx="12114743" cy="938041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9B49EF2-8183-4AF4-B466-454FEB3083DF}"/>
                </a:ext>
              </a:extLst>
            </p:cNvPr>
            <p:cNvSpPr/>
            <p:nvPr/>
          </p:nvSpPr>
          <p:spPr>
            <a:xfrm>
              <a:off x="8212620" y="-606804"/>
              <a:ext cx="3133800" cy="3133800"/>
            </a:xfrm>
            <a:prstGeom prst="ellipse">
              <a:avLst/>
            </a:prstGeom>
            <a:gradFill flip="none" rotWithShape="1">
              <a:gsLst>
                <a:gs pos="100000">
                  <a:srgbClr val="000205"/>
                </a:gs>
                <a:gs pos="89000">
                  <a:srgbClr val="6C7070"/>
                </a:gs>
                <a:gs pos="70000">
                  <a:srgbClr val="777C7D"/>
                </a:gs>
                <a:gs pos="29000">
                  <a:srgbClr val="AEB3B6"/>
                </a:gs>
              </a:gsLst>
              <a:lin ang="2700000" scaled="1"/>
              <a:tileRect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3B5385-CBAA-422F-8E6B-D3057B7BA282}"/>
                </a:ext>
              </a:extLst>
            </p:cNvPr>
            <p:cNvSpPr/>
            <p:nvPr/>
          </p:nvSpPr>
          <p:spPr>
            <a:xfrm>
              <a:off x="5131606" y="5289632"/>
              <a:ext cx="3133800" cy="3133800"/>
            </a:xfrm>
            <a:prstGeom prst="ellipse">
              <a:avLst/>
            </a:prstGeom>
            <a:gradFill flip="none" rotWithShape="1">
              <a:gsLst>
                <a:gs pos="53000">
                  <a:srgbClr val="000205"/>
                </a:gs>
                <a:gs pos="100000">
                  <a:srgbClr val="6C7070"/>
                </a:gs>
                <a:gs pos="82000">
                  <a:srgbClr val="777C7D"/>
                </a:gs>
                <a:gs pos="68000">
                  <a:srgbClr val="AEB3B6"/>
                </a:gs>
              </a:gsLst>
              <a:path path="circle">
                <a:fillToRect l="100000" b="100000"/>
              </a:path>
              <a:tileRect t="-100000" r="-100000"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493574-CB86-44E3-B093-070A9AEE3B24}"/>
                </a:ext>
              </a:extLst>
            </p:cNvPr>
            <p:cNvSpPr/>
            <p:nvPr/>
          </p:nvSpPr>
          <p:spPr>
            <a:xfrm>
              <a:off x="3588152" y="2506011"/>
              <a:ext cx="3133800" cy="3133800"/>
            </a:xfrm>
            <a:prstGeom prst="ellipse">
              <a:avLst/>
            </a:prstGeom>
            <a:gradFill flip="none" rotWithShape="1">
              <a:gsLst>
                <a:gs pos="32000">
                  <a:srgbClr val="000205"/>
                </a:gs>
                <a:gs pos="100000">
                  <a:srgbClr val="6C7070"/>
                </a:gs>
                <a:gs pos="88000">
                  <a:srgbClr val="777C7D"/>
                </a:gs>
                <a:gs pos="59000">
                  <a:srgbClr val="AEB3B6"/>
                </a:gs>
              </a:gsLst>
              <a:path path="circle">
                <a:fillToRect l="100000" b="100000"/>
              </a:path>
              <a:tileRect t="-100000" r="-100000"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9D88C5-5DAD-452B-BC5D-123BA37BDD7F}"/>
                </a:ext>
              </a:extLst>
            </p:cNvPr>
            <p:cNvSpPr/>
            <p:nvPr/>
          </p:nvSpPr>
          <p:spPr>
            <a:xfrm>
              <a:off x="5055374" y="-303584"/>
              <a:ext cx="3133800" cy="3133800"/>
            </a:xfrm>
            <a:prstGeom prst="ellipse">
              <a:avLst/>
            </a:prstGeom>
            <a:gradFill flip="none" rotWithShape="1">
              <a:gsLst>
                <a:gs pos="4000">
                  <a:srgbClr val="000205"/>
                </a:gs>
                <a:gs pos="100000">
                  <a:srgbClr val="6C7070"/>
                </a:gs>
                <a:gs pos="91000">
                  <a:srgbClr val="777C7D"/>
                </a:gs>
                <a:gs pos="46000">
                  <a:srgbClr val="AEB3B6"/>
                </a:gs>
              </a:gsLst>
              <a:path path="circle">
                <a:fillToRect l="100000" b="100000"/>
              </a:path>
              <a:tileRect t="-100000" r="-100000"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C768D44-17F7-45ED-86B8-D2955B4E7A44}"/>
                </a:ext>
              </a:extLst>
            </p:cNvPr>
            <p:cNvSpPr/>
            <p:nvPr/>
          </p:nvSpPr>
          <p:spPr>
            <a:xfrm>
              <a:off x="11402931" y="5340575"/>
              <a:ext cx="3133799" cy="3133800"/>
            </a:xfrm>
            <a:prstGeom prst="ellipse">
              <a:avLst/>
            </a:prstGeom>
            <a:gradFill flip="none" rotWithShape="1">
              <a:gsLst>
                <a:gs pos="53000">
                  <a:srgbClr val="000205"/>
                </a:gs>
                <a:gs pos="100000">
                  <a:srgbClr val="6C7070"/>
                </a:gs>
                <a:gs pos="82000">
                  <a:srgbClr val="777C7D"/>
                </a:gs>
                <a:gs pos="68000">
                  <a:srgbClr val="AEB3B6"/>
                </a:gs>
              </a:gsLst>
              <a:path path="circle">
                <a:fillToRect r="100000" b="100000"/>
              </a:path>
              <a:tileRect l="-100000" t="-100000"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8931C6-406A-4CFE-A46C-DCFD5B670D97}"/>
                </a:ext>
              </a:extLst>
            </p:cNvPr>
            <p:cNvSpPr/>
            <p:nvPr/>
          </p:nvSpPr>
          <p:spPr>
            <a:xfrm>
              <a:off x="12569095" y="2439352"/>
              <a:ext cx="3133800" cy="3133800"/>
            </a:xfrm>
            <a:prstGeom prst="ellipse">
              <a:avLst/>
            </a:prstGeom>
            <a:gradFill flip="none" rotWithShape="1">
              <a:gsLst>
                <a:gs pos="32000">
                  <a:srgbClr val="000205"/>
                </a:gs>
                <a:gs pos="100000">
                  <a:srgbClr val="6C7070"/>
                </a:gs>
                <a:gs pos="88000">
                  <a:srgbClr val="777C7D"/>
                </a:gs>
                <a:gs pos="59000">
                  <a:srgbClr val="AEB3B6"/>
                </a:gs>
              </a:gsLst>
              <a:path path="circle">
                <a:fillToRect r="100000" b="100000"/>
              </a:path>
              <a:tileRect l="-100000" t="-100000"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AA8E68E-6D5E-437E-B235-31FCF2A705AA}"/>
                </a:ext>
              </a:extLst>
            </p:cNvPr>
            <p:cNvSpPr/>
            <p:nvPr/>
          </p:nvSpPr>
          <p:spPr>
            <a:xfrm>
              <a:off x="11368462" y="-461870"/>
              <a:ext cx="3133800" cy="3133800"/>
            </a:xfrm>
            <a:prstGeom prst="ellipse">
              <a:avLst/>
            </a:prstGeom>
            <a:gradFill flip="none" rotWithShape="1">
              <a:gsLst>
                <a:gs pos="4000">
                  <a:srgbClr val="000205"/>
                </a:gs>
                <a:gs pos="100000">
                  <a:srgbClr val="6C7070"/>
                </a:gs>
                <a:gs pos="91000">
                  <a:srgbClr val="777C7D"/>
                </a:gs>
                <a:gs pos="46000">
                  <a:srgbClr val="AEB3B6"/>
                </a:gs>
              </a:gsLst>
              <a:path path="circle">
                <a:fillToRect r="100000" b="100000"/>
              </a:path>
              <a:tileRect l="-100000" t="-100000"/>
            </a:gra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CED83FE-9D7C-4AB0-8D66-00C72020573E}"/>
                </a:ext>
              </a:extLst>
            </p:cNvPr>
            <p:cNvSpPr/>
            <p:nvPr/>
          </p:nvSpPr>
          <p:spPr>
            <a:xfrm>
              <a:off x="8255545" y="5639811"/>
              <a:ext cx="3133799" cy="3133800"/>
            </a:xfrm>
            <a:prstGeom prst="ellipse">
              <a:avLst/>
            </a:prstGeom>
            <a:solidFill>
              <a:schemeClr val="tx1"/>
            </a:solidFill>
            <a:ln w="920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39B3BB3-EE28-4183-91BB-7CC2149403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025" y="2437"/>
            <a:ext cx="3498044" cy="1066122"/>
          </a:xfrm>
        </p:spPr>
        <p:txBody>
          <a:bodyPr anchor="ctr">
            <a:normAutofit/>
          </a:bodyPr>
          <a:lstStyle/>
          <a:p>
            <a:r>
              <a:rPr lang="en-US" dirty="0">
                <a:gradFill>
                  <a:gsLst>
                    <a:gs pos="6000">
                      <a:srgbClr val="A70000"/>
                    </a:gs>
                    <a:gs pos="70000">
                      <a:srgbClr val="C07FAE"/>
                    </a:gs>
                  </a:gsLst>
                  <a:lin ang="4800000" scaled="0"/>
                </a:gradFill>
                <a:latin typeface="Ubuntu" panose="020B0504030602030204" pitchFamily="34" charset="0"/>
              </a:rPr>
              <a:t>Meson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658" y="1012786"/>
            <a:ext cx="10668683" cy="5682654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– довольно новая система сборки ПО, написанная на языке Python для максимальной кросс-платформенности. Meson может быть установлен на целевой системе через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“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pip”, либо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пакетные менеджеры. Некоторые проекты, исторически использовавшие только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GNU Autotools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для своей сборки, стали использовать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как дополнительный способ сборки.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использует конфигурационный файл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meson.build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/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 сравнении с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Autotools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и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sz="230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имеет более читаемый синтаксис конфигов, а также более гибкий и удобный способ для сборки зависимостей проекта (в случае если их нет в системе или нужна конкретная версия). Также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предоставляет готовые решения для популярных между проектами функций, например компиляцию с включенной LTO оптимизацией или использование библиотек-санитайзеров для обнаружения утечек памяти. Несмотря на это поддержка различных IDE как Visual Studio и Xcode в </a:t>
            </a:r>
            <a:r>
              <a:rPr lang="ru-RU" sz="2300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более гибкая и проверенная временем.</a:t>
            </a:r>
          </a:p>
        </p:txBody>
      </p:sp>
    </p:spTree>
    <p:extLst>
      <p:ext uri="{BB962C8B-B14F-4D97-AF65-F5344CB8AC3E}">
        <p14:creationId xmlns:p14="http://schemas.microsoft.com/office/powerpoint/2010/main" val="400321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FF4F00"/>
            </a:gs>
            <a:gs pos="57000">
              <a:srgbClr val="180230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Изображение 1">
            <a:extLst>
              <a:ext uri="{FF2B5EF4-FFF2-40B4-BE49-F238E27FC236}">
                <a16:creationId xmlns:a16="http://schemas.microsoft.com/office/drawing/2014/main" id="{D27B06E6-02A2-4042-A559-732BBC049973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2000"/>
                    </a14:imgEffect>
                  </a14:imgLayer>
                </a14:imgProps>
              </a:ext>
            </a:extLst>
          </a:blip>
          <a:srcRect l="2035" t="14853" r="53063" b="23348"/>
          <a:stretch/>
        </p:blipFill>
        <p:spPr bwMode="auto">
          <a:xfrm>
            <a:off x="8857287" y="56326"/>
            <a:ext cx="3114182" cy="23990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02" y="1206425"/>
            <a:ext cx="8550603" cy="5413450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80" dirty="0">
                <a:solidFill>
                  <a:schemeClr val="bg1"/>
                </a:solidFill>
                <a:latin typeface="Ubuntu Light" panose="020B0304030602030204" pitchFamily="34" charset="0"/>
              </a:rPr>
              <a:t>Создавая любую систему сборки ПО важно помнить, что пользоваться ей будут люди с разным опытом работы с компиляцией ПО, поэтому нужно максимально гибко и удобно настроить конфигурационные файлы. Каждая опция должна иметь небольшое описание для того чтобы пользователю было легче понять их. Выбранная система сборки должна быть оптимальной для данного размера проекта и целевой ОС, на которой будет происходить сборка.</a:t>
            </a:r>
            <a:endParaRPr lang="en-US" sz="238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/>
            <a:r>
              <a:rPr lang="ru-RU" sz="2380" dirty="0">
                <a:solidFill>
                  <a:schemeClr val="bg1"/>
                </a:solidFill>
                <a:latin typeface="Ubuntu Light" panose="020B0304030602030204" pitchFamily="34" charset="0"/>
              </a:rPr>
              <a:t>Основные директории данного проекта это “src” и “build”, находящиеся в корневой директории </a:t>
            </a:r>
            <a:r>
              <a:rPr lang="ru-RU" sz="2380" b="1" dirty="0">
                <a:solidFill>
                  <a:schemeClr val="bg1"/>
                </a:solidFill>
                <a:latin typeface="Ubuntu" panose="020B0504030602030204" pitchFamily="34" charset="0"/>
              </a:rPr>
              <a:t>Build_Systems_Project</a:t>
            </a:r>
            <a:r>
              <a:rPr lang="ru-RU" sz="2380" dirty="0">
                <a:solidFill>
                  <a:schemeClr val="bg1"/>
                </a:solidFill>
                <a:latin typeface="Ubuntu Light" panose="020B0304030602030204" pitchFamily="34" charset="0"/>
              </a:rPr>
              <a:t>. В ней также хранятся конфиги сборочных систем. В директории “src” хранятся исходный код архиватора, а в “build” происходит сборка программы-архиватора.</a:t>
            </a:r>
          </a:p>
          <a:p>
            <a:pPr algn="l"/>
            <a:endParaRPr lang="ru-RU" sz="238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/>
            <a:endParaRPr lang="ru-RU" sz="238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1BB342F-5ED1-40FB-B9F0-B0055F00D190}"/>
              </a:ext>
            </a:extLst>
          </p:cNvPr>
          <p:cNvSpPr txBox="1">
            <a:spLocks/>
          </p:cNvSpPr>
          <p:nvPr/>
        </p:nvSpPr>
        <p:spPr>
          <a:xfrm>
            <a:off x="0" y="-36965"/>
            <a:ext cx="8808085" cy="766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000" dirty="0">
                <a:solidFill>
                  <a:schemeClr val="bg1"/>
                </a:solidFill>
                <a:latin typeface="Ubuntu" panose="020B0504030602030204" pitchFamily="34" charset="0"/>
              </a:rPr>
              <a:t>ПРАКТИЧЕСКАЯ ЧАСТЬ</a:t>
            </a:r>
            <a:endParaRPr lang="en-US" sz="50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950"/>
            <a:ext cx="8715506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41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Введение к проекту</a:t>
            </a:r>
            <a:endParaRPr lang="en-US" sz="4100" dirty="0">
              <a:gradFill>
                <a:gsLst>
                  <a:gs pos="6000">
                    <a:srgbClr val="247277"/>
                  </a:gs>
                  <a:gs pos="68000">
                    <a:srgbClr val="F8A268"/>
                  </a:gs>
                </a:gsLst>
                <a:lin ang="6000000" scaled="0"/>
              </a:gradFill>
              <a:latin typeface="Ubuntu" panose="020B050403060203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BCF56B-1EF2-4479-A0CB-24A75A510C20}"/>
              </a:ext>
            </a:extLst>
          </p:cNvPr>
          <p:cNvGrpSpPr/>
          <p:nvPr/>
        </p:nvGrpSpPr>
        <p:grpSpPr>
          <a:xfrm>
            <a:off x="8715506" y="4472596"/>
            <a:ext cx="873458" cy="2385404"/>
            <a:chOff x="8229731" y="4472596"/>
            <a:chExt cx="873458" cy="2385404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ED52960-8AD2-4C7B-AC17-1287BDAFD288}"/>
                </a:ext>
              </a:extLst>
            </p:cNvPr>
            <p:cNvSpPr/>
            <p:nvPr/>
          </p:nvSpPr>
          <p:spPr>
            <a:xfrm>
              <a:off x="8229731" y="5164540"/>
              <a:ext cx="873458" cy="1693460"/>
            </a:xfrm>
            <a:custGeom>
              <a:avLst/>
              <a:gdLst>
                <a:gd name="connsiteX0" fmla="*/ 437477 w 873458"/>
                <a:gd name="connsiteY0" fmla="*/ 120213 h 1693460"/>
                <a:gd name="connsiteX1" fmla="*/ 146454 w 873458"/>
                <a:gd name="connsiteY1" fmla="*/ 411236 h 1693460"/>
                <a:gd name="connsiteX2" fmla="*/ 437477 w 873458"/>
                <a:gd name="connsiteY2" fmla="*/ 702259 h 1693460"/>
                <a:gd name="connsiteX3" fmla="*/ 728500 w 873458"/>
                <a:gd name="connsiteY3" fmla="*/ 411236 h 1693460"/>
                <a:gd name="connsiteX4" fmla="*/ 437477 w 873458"/>
                <a:gd name="connsiteY4" fmla="*/ 120213 h 1693460"/>
                <a:gd name="connsiteX5" fmla="*/ 95475 w 873458"/>
                <a:gd name="connsiteY5" fmla="*/ 0 h 1693460"/>
                <a:gd name="connsiteX6" fmla="*/ 777983 w 873458"/>
                <a:gd name="connsiteY6" fmla="*/ 0 h 1693460"/>
                <a:gd name="connsiteX7" fmla="*/ 798872 w 873458"/>
                <a:gd name="connsiteY7" fmla="*/ 110297 h 1693460"/>
                <a:gd name="connsiteX8" fmla="*/ 873458 w 873458"/>
                <a:gd name="connsiteY8" fmla="*/ 1074444 h 1693460"/>
                <a:gd name="connsiteX9" fmla="*/ 853824 w 873458"/>
                <a:gd name="connsiteY9" fmla="*/ 1587238 h 1693460"/>
                <a:gd name="connsiteX10" fmla="*/ 843977 w 873458"/>
                <a:gd name="connsiteY10" fmla="*/ 1693460 h 1693460"/>
                <a:gd name="connsiteX11" fmla="*/ 29481 w 873458"/>
                <a:gd name="connsiteY11" fmla="*/ 1693460 h 1693460"/>
                <a:gd name="connsiteX12" fmla="*/ 19635 w 873458"/>
                <a:gd name="connsiteY12" fmla="*/ 1587238 h 1693460"/>
                <a:gd name="connsiteX13" fmla="*/ 0 w 873458"/>
                <a:gd name="connsiteY13" fmla="*/ 1074444 h 1693460"/>
                <a:gd name="connsiteX14" fmla="*/ 74587 w 873458"/>
                <a:gd name="connsiteY14" fmla="*/ 110297 h 169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3458" h="1693460">
                  <a:moveTo>
                    <a:pt x="437477" y="120213"/>
                  </a:moveTo>
                  <a:cubicBezTo>
                    <a:pt x="276749" y="120213"/>
                    <a:pt x="146454" y="250508"/>
                    <a:pt x="146454" y="411236"/>
                  </a:cubicBezTo>
                  <a:cubicBezTo>
                    <a:pt x="146454" y="571964"/>
                    <a:pt x="276749" y="702259"/>
                    <a:pt x="437477" y="702259"/>
                  </a:cubicBezTo>
                  <a:cubicBezTo>
                    <a:pt x="598205" y="702259"/>
                    <a:pt x="728500" y="571964"/>
                    <a:pt x="728500" y="411236"/>
                  </a:cubicBezTo>
                  <a:cubicBezTo>
                    <a:pt x="728500" y="250508"/>
                    <a:pt x="598205" y="120213"/>
                    <a:pt x="437477" y="120213"/>
                  </a:cubicBezTo>
                  <a:close/>
                  <a:moveTo>
                    <a:pt x="95475" y="0"/>
                  </a:moveTo>
                  <a:lnTo>
                    <a:pt x="777983" y="0"/>
                  </a:lnTo>
                  <a:lnTo>
                    <a:pt x="798872" y="110297"/>
                  </a:lnTo>
                  <a:cubicBezTo>
                    <a:pt x="845962" y="385518"/>
                    <a:pt x="873458" y="717302"/>
                    <a:pt x="873458" y="1074444"/>
                  </a:cubicBezTo>
                  <a:cubicBezTo>
                    <a:pt x="873458" y="1253015"/>
                    <a:pt x="866584" y="1425246"/>
                    <a:pt x="853824" y="1587238"/>
                  </a:cubicBezTo>
                  <a:lnTo>
                    <a:pt x="843977" y="1693460"/>
                  </a:lnTo>
                  <a:lnTo>
                    <a:pt x="29481" y="1693460"/>
                  </a:lnTo>
                  <a:lnTo>
                    <a:pt x="19635" y="1587238"/>
                  </a:lnTo>
                  <a:cubicBezTo>
                    <a:pt x="6875" y="1425246"/>
                    <a:pt x="0" y="1253015"/>
                    <a:pt x="0" y="1074444"/>
                  </a:cubicBezTo>
                  <a:cubicBezTo>
                    <a:pt x="0" y="717302"/>
                    <a:pt x="27497" y="385518"/>
                    <a:pt x="74587" y="110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8F1C0EA-C76C-410F-BD50-5E8B72CC721A}"/>
                </a:ext>
              </a:extLst>
            </p:cNvPr>
            <p:cNvSpPr/>
            <p:nvPr/>
          </p:nvSpPr>
          <p:spPr>
            <a:xfrm>
              <a:off x="8322310" y="4472596"/>
              <a:ext cx="688953" cy="550057"/>
            </a:xfrm>
            <a:prstGeom prst="triangle">
              <a:avLst/>
            </a:prstGeom>
            <a:solidFill>
              <a:srgbClr val="A7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15F382-2BC2-460C-B1E9-FFE3FFD1A261}"/>
              </a:ext>
            </a:extLst>
          </p:cNvPr>
          <p:cNvGrpSpPr/>
          <p:nvPr/>
        </p:nvGrpSpPr>
        <p:grpSpPr>
          <a:xfrm>
            <a:off x="8703033" y="2599909"/>
            <a:ext cx="3313264" cy="4611136"/>
            <a:chOff x="8226783" y="2599909"/>
            <a:chExt cx="3313264" cy="46111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AD30E65-2B7F-472F-A1CE-7F72641502A3}"/>
                </a:ext>
              </a:extLst>
            </p:cNvPr>
            <p:cNvSpPr/>
            <p:nvPr/>
          </p:nvSpPr>
          <p:spPr>
            <a:xfrm rot="18451285">
              <a:off x="8011489" y="3535927"/>
              <a:ext cx="990597" cy="205645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ADAA675-239B-442B-BCCB-C7575402B2E3}"/>
                </a:ext>
              </a:extLst>
            </p:cNvPr>
            <p:cNvSpPr/>
            <p:nvPr/>
          </p:nvSpPr>
          <p:spPr>
            <a:xfrm rot="14420282">
              <a:off x="8618146" y="3535926"/>
              <a:ext cx="990597" cy="205645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69179CF-DFDF-4440-A174-EF367529158F}"/>
                </a:ext>
              </a:extLst>
            </p:cNvPr>
            <p:cNvSpPr/>
            <p:nvPr/>
          </p:nvSpPr>
          <p:spPr>
            <a:xfrm rot="15908601">
              <a:off x="10188450" y="4228568"/>
              <a:ext cx="2271962" cy="431233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0A001C3-DE2B-4021-AD33-011E8D189E54}"/>
                </a:ext>
              </a:extLst>
            </p:cNvPr>
            <p:cNvSpPr/>
            <p:nvPr/>
          </p:nvSpPr>
          <p:spPr>
            <a:xfrm rot="11476383">
              <a:off x="10083282" y="3197930"/>
              <a:ext cx="1371248" cy="431233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761C60A-086F-48F9-A8CD-23B3DD64580E}"/>
                </a:ext>
              </a:extLst>
            </p:cNvPr>
            <p:cNvSpPr/>
            <p:nvPr/>
          </p:nvSpPr>
          <p:spPr>
            <a:xfrm rot="993781">
              <a:off x="9704415" y="2599909"/>
              <a:ext cx="962210" cy="431233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48B45C33-8A92-4071-B778-CB55B5C4674D}"/>
                </a:ext>
              </a:extLst>
            </p:cNvPr>
            <p:cNvSpPr/>
            <p:nvPr/>
          </p:nvSpPr>
          <p:spPr>
            <a:xfrm rot="8116698">
              <a:off x="9958126" y="2899445"/>
              <a:ext cx="935295" cy="431233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AE0CB29-3669-49AE-9641-790D0D019EB0}"/>
                </a:ext>
              </a:extLst>
            </p:cNvPr>
            <p:cNvSpPr/>
            <p:nvPr/>
          </p:nvSpPr>
          <p:spPr>
            <a:xfrm rot="20362778">
              <a:off x="8610003" y="2732678"/>
              <a:ext cx="1529527" cy="431233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59819DC-2C97-48F5-B6CE-ACFBBCC2667C}"/>
                </a:ext>
              </a:extLst>
            </p:cNvPr>
            <p:cNvSpPr/>
            <p:nvPr/>
          </p:nvSpPr>
          <p:spPr>
            <a:xfrm rot="18441434">
              <a:off x="8600076" y="4225743"/>
              <a:ext cx="990597" cy="205645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1CA6935-19C5-4CFC-A187-C5884CB57904}"/>
                </a:ext>
              </a:extLst>
            </p:cNvPr>
            <p:cNvSpPr/>
            <p:nvPr/>
          </p:nvSpPr>
          <p:spPr>
            <a:xfrm rot="15267739">
              <a:off x="7871813" y="4215189"/>
              <a:ext cx="990597" cy="205645"/>
            </a:xfrm>
            <a:prstGeom prst="roundRect">
              <a:avLst>
                <a:gd name="adj" fmla="val 50000"/>
              </a:avLst>
            </a:pr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37E366B-E6E8-442E-9A36-525F4A176FD1}"/>
                </a:ext>
              </a:extLst>
            </p:cNvPr>
            <p:cNvSpPr/>
            <p:nvPr/>
          </p:nvSpPr>
          <p:spPr>
            <a:xfrm rot="18571655">
              <a:off x="9696829" y="5885075"/>
              <a:ext cx="2220707" cy="431234"/>
            </a:xfrm>
            <a:custGeom>
              <a:avLst/>
              <a:gdLst>
                <a:gd name="connsiteX0" fmla="*/ 2157554 w 2220707"/>
                <a:gd name="connsiteY0" fmla="*/ 63153 h 431234"/>
                <a:gd name="connsiteX1" fmla="*/ 2220707 w 2220707"/>
                <a:gd name="connsiteY1" fmla="*/ 215617 h 431234"/>
                <a:gd name="connsiteX2" fmla="*/ 2220706 w 2220707"/>
                <a:gd name="connsiteY2" fmla="*/ 215617 h 431234"/>
                <a:gd name="connsiteX3" fmla="*/ 2005089 w 2220707"/>
                <a:gd name="connsiteY3" fmla="*/ 431234 h 431234"/>
                <a:gd name="connsiteX4" fmla="*/ 355830 w 2220707"/>
                <a:gd name="connsiteY4" fmla="*/ 431233 h 431234"/>
                <a:gd name="connsiteX5" fmla="*/ 0 w 2220707"/>
                <a:gd name="connsiteY5" fmla="*/ 0 h 431234"/>
                <a:gd name="connsiteX6" fmla="*/ 2005090 w 2220707"/>
                <a:gd name="connsiteY6" fmla="*/ 0 h 431234"/>
                <a:gd name="connsiteX7" fmla="*/ 2157554 w 2220707"/>
                <a:gd name="connsiteY7" fmla="*/ 63153 h 43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20707" h="431234">
                  <a:moveTo>
                    <a:pt x="2157554" y="63153"/>
                  </a:moveTo>
                  <a:cubicBezTo>
                    <a:pt x="2196573" y="102172"/>
                    <a:pt x="2220707" y="156076"/>
                    <a:pt x="2220707" y="215617"/>
                  </a:cubicBezTo>
                  <a:lnTo>
                    <a:pt x="2220706" y="215617"/>
                  </a:lnTo>
                  <a:cubicBezTo>
                    <a:pt x="2220706" y="334699"/>
                    <a:pt x="2124171" y="431234"/>
                    <a:pt x="2005089" y="431234"/>
                  </a:cubicBezTo>
                  <a:lnTo>
                    <a:pt x="355830" y="431233"/>
                  </a:lnTo>
                  <a:lnTo>
                    <a:pt x="0" y="0"/>
                  </a:lnTo>
                  <a:lnTo>
                    <a:pt x="2005090" y="0"/>
                  </a:lnTo>
                  <a:cubicBezTo>
                    <a:pt x="2064631" y="0"/>
                    <a:pt x="2118535" y="24134"/>
                    <a:pt x="2157554" y="63153"/>
                  </a:cubicBezTo>
                  <a:close/>
                </a:path>
              </a:pathLst>
            </a:custGeom>
            <a:solidFill>
              <a:srgbClr val="39898F"/>
            </a:solidFill>
            <a:ln w="762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4F078EB-9A6B-41C6-B3D9-4A521BC47CF3}"/>
                </a:ext>
              </a:extLst>
            </p:cNvPr>
            <p:cNvSpPr/>
            <p:nvPr/>
          </p:nvSpPr>
          <p:spPr>
            <a:xfrm>
              <a:off x="11275934" y="5315160"/>
              <a:ext cx="178943" cy="178943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2D35B46-4898-4DCE-B915-07B3FB6B58F8}"/>
                </a:ext>
              </a:extLst>
            </p:cNvPr>
            <p:cNvSpPr/>
            <p:nvPr/>
          </p:nvSpPr>
          <p:spPr>
            <a:xfrm>
              <a:off x="11103277" y="3396486"/>
              <a:ext cx="178943" cy="178943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60886DB-35E2-4D95-A387-46311349934D}"/>
                </a:ext>
              </a:extLst>
            </p:cNvPr>
            <p:cNvSpPr/>
            <p:nvPr/>
          </p:nvSpPr>
          <p:spPr>
            <a:xfrm>
              <a:off x="9762829" y="2665431"/>
              <a:ext cx="178943" cy="178943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3821093-CF8E-450E-ADC7-5E6CDA036764}"/>
                </a:ext>
              </a:extLst>
            </p:cNvPr>
            <p:cNvSpPr/>
            <p:nvPr/>
          </p:nvSpPr>
          <p:spPr>
            <a:xfrm>
              <a:off x="10145540" y="3209439"/>
              <a:ext cx="178943" cy="178943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FD1BBC1-F779-4209-88EA-3A2E5C9E8D9E}"/>
                </a:ext>
              </a:extLst>
            </p:cNvPr>
            <p:cNvSpPr/>
            <p:nvPr/>
          </p:nvSpPr>
          <p:spPr>
            <a:xfrm>
              <a:off x="10512545" y="2846011"/>
              <a:ext cx="178943" cy="178943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27BB92C-BCA4-488F-8C89-B27157917C60}"/>
                </a:ext>
              </a:extLst>
            </p:cNvPr>
            <p:cNvSpPr/>
            <p:nvPr/>
          </p:nvSpPr>
          <p:spPr>
            <a:xfrm>
              <a:off x="8778966" y="3054461"/>
              <a:ext cx="178943" cy="178943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D1D11A2-C589-477E-A705-FBCF32BD0EC6}"/>
                </a:ext>
              </a:extLst>
            </p:cNvPr>
            <p:cNvSpPr/>
            <p:nvPr/>
          </p:nvSpPr>
          <p:spPr>
            <a:xfrm>
              <a:off x="9297058" y="3984663"/>
              <a:ext cx="65248" cy="652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CDC6E7A-8275-4773-A851-B517050BE9F8}"/>
                </a:ext>
              </a:extLst>
            </p:cNvPr>
            <p:cNvSpPr/>
            <p:nvPr/>
          </p:nvSpPr>
          <p:spPr>
            <a:xfrm>
              <a:off x="8226783" y="3910368"/>
              <a:ext cx="65248" cy="65248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rgbClr val="2E40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489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4F00"/>
            </a:gs>
            <a:gs pos="45000">
              <a:srgbClr val="180230"/>
            </a:gs>
          </a:gsLst>
          <a:lin ang="4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432" y="953328"/>
            <a:ext cx="11399135" cy="4951344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latin typeface="Ubuntu Light" panose="020B0304030602030204" pitchFamily="34" charset="0"/>
              </a:rPr>
              <a:t>В данной части описывается программа-архиватор, которая является примером для анализа систем сборок ПО.</a:t>
            </a:r>
          </a:p>
          <a:p>
            <a:pPr algn="l"/>
            <a:r>
              <a:rPr lang="ru-RU" dirty="0">
                <a:solidFill>
                  <a:schemeClr val="bg1"/>
                </a:solidFill>
                <a:latin typeface="Ubuntu Light" panose="020B0304030602030204" pitchFamily="34" charset="0"/>
              </a:rPr>
              <a:t>Она состоит из файлов </a:t>
            </a:r>
            <a:r>
              <a:rPr lang="en-US" b="1" dirty="0">
                <a:solidFill>
                  <a:schemeClr val="bg1"/>
                </a:solidFill>
                <a:latin typeface="Ubuntu" panose="020B0504030602030204" pitchFamily="34" charset="0"/>
              </a:rPr>
              <a:t>compress.h</a:t>
            </a:r>
            <a:r>
              <a:rPr lang="en-US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Ubuntu" panose="020B0504030602030204" pitchFamily="34" charset="0"/>
              </a:rPr>
              <a:t>compress.cpp</a:t>
            </a:r>
            <a:r>
              <a:rPr lang="en-US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b="1" dirty="0">
                <a:solidFill>
                  <a:schemeClr val="bg1"/>
                </a:solidFill>
                <a:latin typeface="Ubuntu" panose="020B0504030602030204" pitchFamily="34" charset="0"/>
              </a:rPr>
              <a:t>uncompress.h</a:t>
            </a:r>
            <a:r>
              <a:rPr lang="en-US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Ubuntu Light" panose="020B0304030602030204" pitchFamily="34" charset="0"/>
              </a:rPr>
              <a:t>и</a:t>
            </a:r>
            <a:r>
              <a:rPr lang="en-US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Ubuntu" panose="020B0504030602030204" pitchFamily="34" charset="0"/>
              </a:rPr>
              <a:t>uncompress.cpp </a:t>
            </a:r>
            <a:r>
              <a:rPr lang="ru-RU" dirty="0">
                <a:solidFill>
                  <a:schemeClr val="bg1"/>
                </a:solidFill>
                <a:latin typeface="Ubuntu Light" panose="020B0304030602030204" pitchFamily="34" charset="0"/>
              </a:rPr>
              <a:t>в директории “src”.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565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50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Создание программы-архиватора</a:t>
            </a:r>
            <a:endParaRPr lang="en-US" sz="5000" dirty="0">
              <a:gradFill>
                <a:gsLst>
                  <a:gs pos="6000">
                    <a:srgbClr val="247277"/>
                  </a:gs>
                  <a:gs pos="68000">
                    <a:srgbClr val="F8A268"/>
                  </a:gs>
                </a:gsLst>
                <a:lin ang="6000000" scaled="0"/>
              </a:gradFill>
              <a:latin typeface="Ubuntu" panose="020B0504030602030204" pitchFamily="34" charset="0"/>
            </a:endParaRPr>
          </a:p>
        </p:txBody>
      </p:sp>
      <p:pic>
        <p:nvPicPr>
          <p:cNvPr id="5" name="Изображение 12" descr="Снимок экрана (1)">
            <a:extLst>
              <a:ext uri="{FF2B5EF4-FFF2-40B4-BE49-F238E27FC236}">
                <a16:creationId xmlns:a16="http://schemas.microsoft.com/office/drawing/2014/main" id="{3AFF4132-2898-457A-B7C1-87FEB96AC7C8}"/>
              </a:ext>
            </a:extLst>
          </p:cNvPr>
          <p:cNvPicPr/>
          <p:nvPr/>
        </p:nvPicPr>
        <p:blipFill rotWithShape="1">
          <a:blip r:embed="rId2"/>
          <a:srcRect l="667" t="809" r="29343" b="61607"/>
          <a:stretch/>
        </p:blipFill>
        <p:spPr bwMode="auto">
          <a:xfrm>
            <a:off x="396432" y="2777924"/>
            <a:ext cx="6316884" cy="323798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Image3">
            <a:extLst>
              <a:ext uri="{FF2B5EF4-FFF2-40B4-BE49-F238E27FC236}">
                <a16:creationId xmlns:a16="http://schemas.microsoft.com/office/drawing/2014/main" id="{97582EC0-48E4-42B2-A323-BFCBEA21B488}"/>
              </a:ext>
            </a:extLst>
          </p:cNvPr>
          <p:cNvPicPr/>
          <p:nvPr/>
        </p:nvPicPr>
        <p:blipFill rotWithShape="1">
          <a:blip r:embed="rId3"/>
          <a:srcRect l="678" t="938" r="54495" b="64370"/>
          <a:stretch/>
        </p:blipFill>
        <p:spPr bwMode="auto">
          <a:xfrm>
            <a:off x="6736466" y="2777925"/>
            <a:ext cx="4883600" cy="32379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2193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FF4F00"/>
            </a:gs>
            <a:gs pos="56000">
              <a:srgbClr val="180230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169" y="1087120"/>
            <a:ext cx="11395662" cy="5188392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endParaRPr lang="ru-RU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565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50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Создание программы-архиватора</a:t>
            </a:r>
            <a:endParaRPr lang="en-US" sz="5000" dirty="0">
              <a:gradFill>
                <a:gsLst>
                  <a:gs pos="6000">
                    <a:srgbClr val="247277"/>
                  </a:gs>
                  <a:gs pos="68000">
                    <a:srgbClr val="F8A268"/>
                  </a:gs>
                </a:gsLst>
                <a:lin ang="6000000" scaled="0"/>
              </a:gradFill>
              <a:latin typeface="Ubuntu" panose="020B0504030602030204" pitchFamily="34" charset="0"/>
            </a:endParaRPr>
          </a:p>
        </p:txBody>
      </p:sp>
      <p:pic>
        <p:nvPicPr>
          <p:cNvPr id="4" name="Image1">
            <a:extLst>
              <a:ext uri="{FF2B5EF4-FFF2-40B4-BE49-F238E27FC236}">
                <a16:creationId xmlns:a16="http://schemas.microsoft.com/office/drawing/2014/main" id="{FA3D7A23-B072-4E3C-85B8-233D78693E17}"/>
              </a:ext>
            </a:extLst>
          </p:cNvPr>
          <p:cNvPicPr/>
          <p:nvPr/>
        </p:nvPicPr>
        <p:blipFill rotWithShape="1">
          <a:blip r:embed="rId2"/>
          <a:srcRect l="-136" t="4570" r="18581" b="10143"/>
          <a:stretch/>
        </p:blipFill>
        <p:spPr bwMode="auto">
          <a:xfrm>
            <a:off x="643975" y="1351280"/>
            <a:ext cx="5469255" cy="45893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Image1 Copy 1">
            <a:extLst>
              <a:ext uri="{FF2B5EF4-FFF2-40B4-BE49-F238E27FC236}">
                <a16:creationId xmlns:a16="http://schemas.microsoft.com/office/drawing/2014/main" id="{7A44ABB8-87F4-4C5B-9D30-D1D0B2040C77}"/>
              </a:ext>
            </a:extLst>
          </p:cNvPr>
          <p:cNvPicPr/>
          <p:nvPr/>
        </p:nvPicPr>
        <p:blipFill rotWithShape="1">
          <a:blip r:embed="rId3"/>
          <a:srcRect t="6721" r="20277" b="10458"/>
          <a:stretch/>
        </p:blipFill>
        <p:spPr bwMode="auto">
          <a:xfrm>
            <a:off x="6120644" y="1351281"/>
            <a:ext cx="5400795" cy="45893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7301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rgbClr val="F17473"/>
            </a:gs>
            <a:gs pos="90000">
              <a:srgbClr val="09111A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title 21">
            <a:extLst>
              <a:ext uri="{FF2B5EF4-FFF2-40B4-BE49-F238E27FC236}">
                <a16:creationId xmlns:a16="http://schemas.microsoft.com/office/drawing/2014/main" id="{79C5441E-41C7-4CE8-9343-DBA8AF439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" y="695764"/>
            <a:ext cx="11948160" cy="6294316"/>
          </a:xfrm>
          <a:custGeom>
            <a:avLst/>
            <a:gdLst>
              <a:gd name="connsiteX0" fmla="*/ 111965 w 10657840"/>
              <a:gd name="connsiteY0" fmla="*/ 0 h 671779"/>
              <a:gd name="connsiteX1" fmla="*/ 10545875 w 10657840"/>
              <a:gd name="connsiteY1" fmla="*/ 0 h 671779"/>
              <a:gd name="connsiteX2" fmla="*/ 10657840 w 10657840"/>
              <a:gd name="connsiteY2" fmla="*/ 111965 h 671779"/>
              <a:gd name="connsiteX3" fmla="*/ 10657840 w 10657840"/>
              <a:gd name="connsiteY3" fmla="*/ 559814 h 671779"/>
              <a:gd name="connsiteX4" fmla="*/ 10545875 w 10657840"/>
              <a:gd name="connsiteY4" fmla="*/ 671779 h 671779"/>
              <a:gd name="connsiteX5" fmla="*/ 111965 w 10657840"/>
              <a:gd name="connsiteY5" fmla="*/ 671779 h 671779"/>
              <a:gd name="connsiteX6" fmla="*/ 0 w 10657840"/>
              <a:gd name="connsiteY6" fmla="*/ 559814 h 671779"/>
              <a:gd name="connsiteX7" fmla="*/ 0 w 10657840"/>
              <a:gd name="connsiteY7" fmla="*/ 111965 h 671779"/>
              <a:gd name="connsiteX8" fmla="*/ 111965 w 10657840"/>
              <a:gd name="connsiteY8" fmla="*/ 0 h 67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657840" h="671779">
                <a:moveTo>
                  <a:pt x="111965" y="0"/>
                </a:moveTo>
                <a:lnTo>
                  <a:pt x="10545875" y="0"/>
                </a:lnTo>
                <a:cubicBezTo>
                  <a:pt x="10607712" y="0"/>
                  <a:pt x="10657840" y="50128"/>
                  <a:pt x="10657840" y="111965"/>
                </a:cubicBezTo>
                <a:lnTo>
                  <a:pt x="10657840" y="559814"/>
                </a:lnTo>
                <a:cubicBezTo>
                  <a:pt x="10657840" y="621651"/>
                  <a:pt x="10607712" y="671779"/>
                  <a:pt x="10545875" y="671779"/>
                </a:cubicBezTo>
                <a:lnTo>
                  <a:pt x="111965" y="671779"/>
                </a:lnTo>
                <a:cubicBezTo>
                  <a:pt x="50128" y="671779"/>
                  <a:pt x="0" y="621651"/>
                  <a:pt x="0" y="559814"/>
                </a:cubicBezTo>
                <a:lnTo>
                  <a:pt x="0" y="111965"/>
                </a:lnTo>
                <a:cubicBezTo>
                  <a:pt x="0" y="50128"/>
                  <a:pt x="50128" y="0"/>
                  <a:pt x="111965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endParaRPr lang="en-US" sz="235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6957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Создание программы-архиватора</a:t>
            </a:r>
            <a:endParaRPr lang="en-US" sz="4900" dirty="0">
              <a:gradFill>
                <a:gsLst>
                  <a:gs pos="6000">
                    <a:srgbClr val="247277"/>
                  </a:gs>
                  <a:gs pos="68000">
                    <a:srgbClr val="F8A268"/>
                  </a:gs>
                </a:gsLst>
                <a:lin ang="6000000" scaled="0"/>
              </a:gradFill>
              <a:latin typeface="Ubuntu" panose="020B0504030602030204" pitchFamily="34" charset="0"/>
            </a:endParaRPr>
          </a:p>
        </p:txBody>
      </p:sp>
      <p:pic>
        <p:nvPicPr>
          <p:cNvPr id="19" name="Image5">
            <a:extLst>
              <a:ext uri="{FF2B5EF4-FFF2-40B4-BE49-F238E27FC236}">
                <a16:creationId xmlns:a16="http://schemas.microsoft.com/office/drawing/2014/main" id="{67CD767B-D5B2-40E5-BD8B-84776504357C}"/>
              </a:ext>
            </a:extLst>
          </p:cNvPr>
          <p:cNvPicPr/>
          <p:nvPr/>
        </p:nvPicPr>
        <p:blipFill rotWithShape="1">
          <a:blip r:embed="rId2"/>
          <a:srcRect l="215" t="8046" r="18989" b="8929"/>
          <a:stretch/>
        </p:blipFill>
        <p:spPr bwMode="auto">
          <a:xfrm>
            <a:off x="5831839" y="803220"/>
            <a:ext cx="6020853" cy="59081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8" name="Image4">
            <a:extLst>
              <a:ext uri="{FF2B5EF4-FFF2-40B4-BE49-F238E27FC236}">
                <a16:creationId xmlns:a16="http://schemas.microsoft.com/office/drawing/2014/main" id="{83452B58-F060-4E4B-8ABD-A2D9EDFD2784}"/>
              </a:ext>
            </a:extLst>
          </p:cNvPr>
          <p:cNvPicPr/>
          <p:nvPr/>
        </p:nvPicPr>
        <p:blipFill rotWithShape="1">
          <a:blip r:embed="rId3"/>
          <a:srcRect t="4474" r="31204" b="7572"/>
          <a:stretch/>
        </p:blipFill>
        <p:spPr bwMode="auto">
          <a:xfrm>
            <a:off x="377866" y="800018"/>
            <a:ext cx="5281531" cy="59113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04336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9B9B"/>
            </a:gs>
            <a:gs pos="59000">
              <a:srgbClr val="180230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CCBD74A7-92D5-4F8F-979A-5EC4D94D0DA5}"/>
              </a:ext>
            </a:extLst>
          </p:cNvPr>
          <p:cNvSpPr/>
          <p:nvPr/>
        </p:nvSpPr>
        <p:spPr>
          <a:xfrm>
            <a:off x="10933377" y="773816"/>
            <a:ext cx="1114287" cy="1114287"/>
          </a:xfrm>
          <a:prstGeom prst="ellipse">
            <a:avLst/>
          </a:prstGeom>
          <a:gradFill flip="none" rotWithShape="1">
            <a:gsLst>
              <a:gs pos="85000">
                <a:srgbClr val="F2691C"/>
              </a:gs>
              <a:gs pos="37000">
                <a:srgbClr val="FFF39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6C99F4-DFC3-4055-A63F-FF57B5ADFE89}"/>
              </a:ext>
            </a:extLst>
          </p:cNvPr>
          <p:cNvGrpSpPr/>
          <p:nvPr/>
        </p:nvGrpSpPr>
        <p:grpSpPr>
          <a:xfrm>
            <a:off x="7115345" y="2223650"/>
            <a:ext cx="4762429" cy="4322785"/>
            <a:chOff x="7115345" y="2223650"/>
            <a:chExt cx="4762429" cy="4322785"/>
          </a:xfrm>
        </p:grpSpPr>
        <p:sp>
          <p:nvSpPr>
            <p:cNvPr id="19" name="Explosion: 14 Points 15">
              <a:extLst>
                <a:ext uri="{FF2B5EF4-FFF2-40B4-BE49-F238E27FC236}">
                  <a16:creationId xmlns:a16="http://schemas.microsoft.com/office/drawing/2014/main" id="{D560CB69-AE0C-4C8D-8DB4-CA1EBE4ECA2E}"/>
                </a:ext>
              </a:extLst>
            </p:cNvPr>
            <p:cNvSpPr/>
            <p:nvPr/>
          </p:nvSpPr>
          <p:spPr>
            <a:xfrm>
              <a:off x="7115345" y="2223650"/>
              <a:ext cx="4762429" cy="4322785"/>
            </a:xfrm>
            <a:custGeom>
              <a:avLst/>
              <a:gdLst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8056 w 19764"/>
                <a:gd name="connsiteY6" fmla="*/ 7429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7160 w 18296"/>
                <a:gd name="connsiteY14" fmla="*/ 13955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609 w 18296"/>
                <a:gd name="connsiteY14" fmla="*/ 1327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731 w 18296"/>
                <a:gd name="connsiteY14" fmla="*/ 13381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735 w 18037"/>
                <a:gd name="connsiteY0" fmla="*/ 2225 h 18084"/>
                <a:gd name="connsiteX1" fmla="*/ 12573 w 18037"/>
                <a:gd name="connsiteY1" fmla="*/ 0 h 18084"/>
                <a:gd name="connsiteX2" fmla="*/ 13471 w 18037"/>
                <a:gd name="connsiteY2" fmla="*/ 1902 h 18084"/>
                <a:gd name="connsiteX3" fmla="*/ 15148 w 18037"/>
                <a:gd name="connsiteY3" fmla="*/ 1737 h 18084"/>
                <a:gd name="connsiteX4" fmla="*/ 16366 w 18037"/>
                <a:gd name="connsiteY4" fmla="*/ 3697 h 18084"/>
                <a:gd name="connsiteX5" fmla="*/ 18037 w 18037"/>
                <a:gd name="connsiteY5" fmla="*/ 5281 h 18084"/>
                <a:gd name="connsiteX6" fmla="*/ 16783 w 18037"/>
                <a:gd name="connsiteY6" fmla="*/ 7102 h 18084"/>
                <a:gd name="connsiteX7" fmla="*/ 17430 w 18037"/>
                <a:gd name="connsiteY7" fmla="*/ 8886 h 18084"/>
                <a:gd name="connsiteX8" fmla="*/ 16355 w 18037"/>
                <a:gd name="connsiteY8" fmla="*/ 10977 h 18084"/>
                <a:gd name="connsiteX9" fmla="*/ 17150 w 18037"/>
                <a:gd name="connsiteY9" fmla="*/ 13515 h 18084"/>
                <a:gd name="connsiteX10" fmla="*/ 15437 w 18037"/>
                <a:gd name="connsiteY10" fmla="*/ 14529 h 18084"/>
                <a:gd name="connsiteX11" fmla="*/ 13215 w 18037"/>
                <a:gd name="connsiteY11" fmla="*/ 15253 h 18084"/>
                <a:gd name="connsiteX12" fmla="*/ 12132 w 18037"/>
                <a:gd name="connsiteY12" fmla="*/ 16897 h 18084"/>
                <a:gd name="connsiteX13" fmla="*/ 9885 w 18037"/>
                <a:gd name="connsiteY13" fmla="*/ 16725 h 18084"/>
                <a:gd name="connsiteX14" fmla="*/ 8614 w 18037"/>
                <a:gd name="connsiteY14" fmla="*/ 17830 h 18084"/>
                <a:gd name="connsiteX15" fmla="*/ 6973 w 18037"/>
                <a:gd name="connsiteY15" fmla="*/ 17595 h 18084"/>
                <a:gd name="connsiteX16" fmla="*/ 5800 w 18037"/>
                <a:gd name="connsiteY16" fmla="*/ 16008 h 18084"/>
                <a:gd name="connsiteX17" fmla="*/ 3618 w 18037"/>
                <a:gd name="connsiteY17" fmla="*/ 18084 h 18084"/>
                <a:gd name="connsiteX18" fmla="*/ 2130 w 18037"/>
                <a:gd name="connsiteY18" fmla="*/ 15370 h 18084"/>
                <a:gd name="connsiteX19" fmla="*/ 17 w 18037"/>
                <a:gd name="connsiteY19" fmla="*/ 15170 h 18084"/>
                <a:gd name="connsiteX20" fmla="*/ 1603 w 18037"/>
                <a:gd name="connsiteY20" fmla="*/ 13253 h 18084"/>
                <a:gd name="connsiteX21" fmla="*/ 660 w 18037"/>
                <a:gd name="connsiteY21" fmla="*/ 11621 h 18084"/>
                <a:gd name="connsiteX22" fmla="*/ 1229 w 18037"/>
                <a:gd name="connsiteY22" fmla="*/ 9009 h 18084"/>
                <a:gd name="connsiteX23" fmla="*/ 516 w 18037"/>
                <a:gd name="connsiteY23" fmla="*/ 6404 h 18084"/>
                <a:gd name="connsiteX24" fmla="*/ 2605 w 18037"/>
                <a:gd name="connsiteY24" fmla="*/ 4982 h 18084"/>
                <a:gd name="connsiteX25" fmla="*/ 3061 w 18037"/>
                <a:gd name="connsiteY25" fmla="*/ 1747 h 18084"/>
                <a:gd name="connsiteX26" fmla="*/ 6425 w 18037"/>
                <a:gd name="connsiteY26" fmla="*/ 3260 h 18084"/>
                <a:gd name="connsiteX27" fmla="*/ 8015 w 18037"/>
                <a:gd name="connsiteY27" fmla="*/ 1014 h 18084"/>
                <a:gd name="connsiteX28" fmla="*/ 9735 w 18037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049 w 17956"/>
                <a:gd name="connsiteY18" fmla="*/ 15370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956" h="18084">
                  <a:moveTo>
                    <a:pt x="9654" y="2225"/>
                  </a:moveTo>
                  <a:cubicBezTo>
                    <a:pt x="10600" y="1483"/>
                    <a:pt x="11209" y="96"/>
                    <a:pt x="12492" y="0"/>
                  </a:cubicBezTo>
                  <a:cubicBezTo>
                    <a:pt x="13291" y="1244"/>
                    <a:pt x="12934" y="165"/>
                    <a:pt x="13390" y="1902"/>
                  </a:cubicBezTo>
                  <a:cubicBezTo>
                    <a:pt x="14141" y="2187"/>
                    <a:pt x="14508" y="1792"/>
                    <a:pt x="15067" y="1737"/>
                  </a:cubicBezTo>
                  <a:cubicBezTo>
                    <a:pt x="16034" y="2809"/>
                    <a:pt x="14615" y="2984"/>
                    <a:pt x="16285" y="3697"/>
                  </a:cubicBezTo>
                  <a:cubicBezTo>
                    <a:pt x="17709" y="3927"/>
                    <a:pt x="16777" y="5016"/>
                    <a:pt x="17956" y="5281"/>
                  </a:cubicBezTo>
                  <a:cubicBezTo>
                    <a:pt x="15806" y="6523"/>
                    <a:pt x="17628" y="6003"/>
                    <a:pt x="16702" y="7102"/>
                  </a:cubicBezTo>
                  <a:cubicBezTo>
                    <a:pt x="16416" y="7887"/>
                    <a:pt x="16870" y="7850"/>
                    <a:pt x="17349" y="8886"/>
                  </a:cubicBezTo>
                  <a:cubicBezTo>
                    <a:pt x="16688" y="9692"/>
                    <a:pt x="16017" y="9884"/>
                    <a:pt x="16274" y="10977"/>
                  </a:cubicBezTo>
                  <a:lnTo>
                    <a:pt x="17069" y="13515"/>
                  </a:lnTo>
                  <a:cubicBezTo>
                    <a:pt x="15565" y="14236"/>
                    <a:pt x="16768" y="14956"/>
                    <a:pt x="15356" y="14529"/>
                  </a:cubicBezTo>
                  <a:cubicBezTo>
                    <a:pt x="15457" y="15536"/>
                    <a:pt x="14012" y="14282"/>
                    <a:pt x="13134" y="15253"/>
                  </a:cubicBezTo>
                  <a:cubicBezTo>
                    <a:pt x="12213" y="14775"/>
                    <a:pt x="13523" y="16299"/>
                    <a:pt x="12051" y="16897"/>
                  </a:cubicBezTo>
                  <a:cubicBezTo>
                    <a:pt x="10822" y="17292"/>
                    <a:pt x="11440" y="17579"/>
                    <a:pt x="9804" y="16725"/>
                  </a:cubicBezTo>
                  <a:cubicBezTo>
                    <a:pt x="9040" y="16593"/>
                    <a:pt x="9786" y="17747"/>
                    <a:pt x="8533" y="17830"/>
                  </a:cubicBezTo>
                  <a:cubicBezTo>
                    <a:pt x="8142" y="18611"/>
                    <a:pt x="8415" y="17065"/>
                    <a:pt x="6892" y="17595"/>
                  </a:cubicBezTo>
                  <a:lnTo>
                    <a:pt x="5719" y="16008"/>
                  </a:lnTo>
                  <a:cubicBezTo>
                    <a:pt x="4992" y="16700"/>
                    <a:pt x="5457" y="17320"/>
                    <a:pt x="3537" y="18084"/>
                  </a:cubicBezTo>
                  <a:cubicBezTo>
                    <a:pt x="2582" y="17179"/>
                    <a:pt x="2484" y="17638"/>
                    <a:pt x="2324" y="16518"/>
                  </a:cubicBezTo>
                  <a:lnTo>
                    <a:pt x="1007" y="15026"/>
                  </a:lnTo>
                  <a:cubicBezTo>
                    <a:pt x="832" y="13921"/>
                    <a:pt x="993" y="13892"/>
                    <a:pt x="1522" y="13253"/>
                  </a:cubicBezTo>
                  <a:cubicBezTo>
                    <a:pt x="1086" y="11776"/>
                    <a:pt x="771" y="12524"/>
                    <a:pt x="579" y="11621"/>
                  </a:cubicBezTo>
                  <a:cubicBezTo>
                    <a:pt x="575" y="9507"/>
                    <a:pt x="846" y="10262"/>
                    <a:pt x="1148" y="9009"/>
                  </a:cubicBezTo>
                  <a:cubicBezTo>
                    <a:pt x="931" y="7328"/>
                    <a:pt x="-786" y="7475"/>
                    <a:pt x="435" y="6404"/>
                  </a:cubicBezTo>
                  <a:cubicBezTo>
                    <a:pt x="1835" y="6253"/>
                    <a:pt x="1777" y="5994"/>
                    <a:pt x="2524" y="4982"/>
                  </a:cubicBezTo>
                  <a:cubicBezTo>
                    <a:pt x="2581" y="3824"/>
                    <a:pt x="2352" y="2474"/>
                    <a:pt x="2980" y="1747"/>
                  </a:cubicBezTo>
                  <a:cubicBezTo>
                    <a:pt x="4336" y="1701"/>
                    <a:pt x="5008" y="3067"/>
                    <a:pt x="6344" y="3260"/>
                  </a:cubicBezTo>
                  <a:cubicBezTo>
                    <a:pt x="7510" y="2408"/>
                    <a:pt x="6972" y="2129"/>
                    <a:pt x="7934" y="1014"/>
                  </a:cubicBezTo>
                  <a:cubicBezTo>
                    <a:pt x="8793" y="916"/>
                    <a:pt x="9081" y="1821"/>
                    <a:pt x="9654" y="222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Explosion: 14 Points 15">
              <a:extLst>
                <a:ext uri="{FF2B5EF4-FFF2-40B4-BE49-F238E27FC236}">
                  <a16:creationId xmlns:a16="http://schemas.microsoft.com/office/drawing/2014/main" id="{E2E729ED-CF4E-4050-B3CC-952E34EDDB9C}"/>
                </a:ext>
              </a:extLst>
            </p:cNvPr>
            <p:cNvSpPr/>
            <p:nvPr/>
          </p:nvSpPr>
          <p:spPr>
            <a:xfrm>
              <a:off x="7837986" y="2914412"/>
              <a:ext cx="3305545" cy="2838702"/>
            </a:xfrm>
            <a:custGeom>
              <a:avLst/>
              <a:gdLst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8056 w 19764"/>
                <a:gd name="connsiteY6" fmla="*/ 7429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7160 w 18296"/>
                <a:gd name="connsiteY14" fmla="*/ 13955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609 w 18296"/>
                <a:gd name="connsiteY14" fmla="*/ 1327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731 w 18296"/>
                <a:gd name="connsiteY14" fmla="*/ 13381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735 w 18037"/>
                <a:gd name="connsiteY0" fmla="*/ 2225 h 18084"/>
                <a:gd name="connsiteX1" fmla="*/ 12573 w 18037"/>
                <a:gd name="connsiteY1" fmla="*/ 0 h 18084"/>
                <a:gd name="connsiteX2" fmla="*/ 13471 w 18037"/>
                <a:gd name="connsiteY2" fmla="*/ 1902 h 18084"/>
                <a:gd name="connsiteX3" fmla="*/ 15148 w 18037"/>
                <a:gd name="connsiteY3" fmla="*/ 1737 h 18084"/>
                <a:gd name="connsiteX4" fmla="*/ 16366 w 18037"/>
                <a:gd name="connsiteY4" fmla="*/ 3697 h 18084"/>
                <a:gd name="connsiteX5" fmla="*/ 18037 w 18037"/>
                <a:gd name="connsiteY5" fmla="*/ 5281 h 18084"/>
                <a:gd name="connsiteX6" fmla="*/ 16783 w 18037"/>
                <a:gd name="connsiteY6" fmla="*/ 7102 h 18084"/>
                <a:gd name="connsiteX7" fmla="*/ 17430 w 18037"/>
                <a:gd name="connsiteY7" fmla="*/ 8886 h 18084"/>
                <a:gd name="connsiteX8" fmla="*/ 16355 w 18037"/>
                <a:gd name="connsiteY8" fmla="*/ 10977 h 18084"/>
                <a:gd name="connsiteX9" fmla="*/ 17150 w 18037"/>
                <a:gd name="connsiteY9" fmla="*/ 13515 h 18084"/>
                <a:gd name="connsiteX10" fmla="*/ 15437 w 18037"/>
                <a:gd name="connsiteY10" fmla="*/ 14529 h 18084"/>
                <a:gd name="connsiteX11" fmla="*/ 13215 w 18037"/>
                <a:gd name="connsiteY11" fmla="*/ 15253 h 18084"/>
                <a:gd name="connsiteX12" fmla="*/ 12132 w 18037"/>
                <a:gd name="connsiteY12" fmla="*/ 16897 h 18084"/>
                <a:gd name="connsiteX13" fmla="*/ 9885 w 18037"/>
                <a:gd name="connsiteY13" fmla="*/ 16725 h 18084"/>
                <a:gd name="connsiteX14" fmla="*/ 8614 w 18037"/>
                <a:gd name="connsiteY14" fmla="*/ 17830 h 18084"/>
                <a:gd name="connsiteX15" fmla="*/ 6973 w 18037"/>
                <a:gd name="connsiteY15" fmla="*/ 17595 h 18084"/>
                <a:gd name="connsiteX16" fmla="*/ 5800 w 18037"/>
                <a:gd name="connsiteY16" fmla="*/ 16008 h 18084"/>
                <a:gd name="connsiteX17" fmla="*/ 3618 w 18037"/>
                <a:gd name="connsiteY17" fmla="*/ 18084 h 18084"/>
                <a:gd name="connsiteX18" fmla="*/ 2130 w 18037"/>
                <a:gd name="connsiteY18" fmla="*/ 15370 h 18084"/>
                <a:gd name="connsiteX19" fmla="*/ 17 w 18037"/>
                <a:gd name="connsiteY19" fmla="*/ 15170 h 18084"/>
                <a:gd name="connsiteX20" fmla="*/ 1603 w 18037"/>
                <a:gd name="connsiteY20" fmla="*/ 13253 h 18084"/>
                <a:gd name="connsiteX21" fmla="*/ 660 w 18037"/>
                <a:gd name="connsiteY21" fmla="*/ 11621 h 18084"/>
                <a:gd name="connsiteX22" fmla="*/ 1229 w 18037"/>
                <a:gd name="connsiteY22" fmla="*/ 9009 h 18084"/>
                <a:gd name="connsiteX23" fmla="*/ 516 w 18037"/>
                <a:gd name="connsiteY23" fmla="*/ 6404 h 18084"/>
                <a:gd name="connsiteX24" fmla="*/ 2605 w 18037"/>
                <a:gd name="connsiteY24" fmla="*/ 4982 h 18084"/>
                <a:gd name="connsiteX25" fmla="*/ 3061 w 18037"/>
                <a:gd name="connsiteY25" fmla="*/ 1747 h 18084"/>
                <a:gd name="connsiteX26" fmla="*/ 6425 w 18037"/>
                <a:gd name="connsiteY26" fmla="*/ 3260 h 18084"/>
                <a:gd name="connsiteX27" fmla="*/ 8015 w 18037"/>
                <a:gd name="connsiteY27" fmla="*/ 1014 h 18084"/>
                <a:gd name="connsiteX28" fmla="*/ 9735 w 18037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049 w 17956"/>
                <a:gd name="connsiteY18" fmla="*/ 15370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956" h="18084">
                  <a:moveTo>
                    <a:pt x="9654" y="2225"/>
                  </a:moveTo>
                  <a:cubicBezTo>
                    <a:pt x="10600" y="1483"/>
                    <a:pt x="11209" y="96"/>
                    <a:pt x="12492" y="0"/>
                  </a:cubicBezTo>
                  <a:cubicBezTo>
                    <a:pt x="13291" y="1244"/>
                    <a:pt x="13141" y="12"/>
                    <a:pt x="13390" y="1902"/>
                  </a:cubicBezTo>
                  <a:lnTo>
                    <a:pt x="15067" y="1737"/>
                  </a:lnTo>
                  <a:cubicBezTo>
                    <a:pt x="16034" y="2809"/>
                    <a:pt x="14615" y="2984"/>
                    <a:pt x="16285" y="3697"/>
                  </a:cubicBezTo>
                  <a:cubicBezTo>
                    <a:pt x="17709" y="3927"/>
                    <a:pt x="16777" y="5016"/>
                    <a:pt x="17956" y="5281"/>
                  </a:cubicBezTo>
                  <a:cubicBezTo>
                    <a:pt x="15806" y="6523"/>
                    <a:pt x="17628" y="6003"/>
                    <a:pt x="16702" y="7102"/>
                  </a:cubicBezTo>
                  <a:cubicBezTo>
                    <a:pt x="16416" y="7887"/>
                    <a:pt x="16870" y="7850"/>
                    <a:pt x="17349" y="8886"/>
                  </a:cubicBezTo>
                  <a:cubicBezTo>
                    <a:pt x="16688" y="9692"/>
                    <a:pt x="16017" y="9884"/>
                    <a:pt x="16274" y="10977"/>
                  </a:cubicBezTo>
                  <a:lnTo>
                    <a:pt x="17069" y="13515"/>
                  </a:lnTo>
                  <a:cubicBezTo>
                    <a:pt x="15565" y="14236"/>
                    <a:pt x="16768" y="14956"/>
                    <a:pt x="15356" y="14529"/>
                  </a:cubicBezTo>
                  <a:cubicBezTo>
                    <a:pt x="15457" y="15536"/>
                    <a:pt x="14012" y="14282"/>
                    <a:pt x="13134" y="15253"/>
                  </a:cubicBezTo>
                  <a:cubicBezTo>
                    <a:pt x="12213" y="14775"/>
                    <a:pt x="13523" y="16299"/>
                    <a:pt x="12051" y="16897"/>
                  </a:cubicBezTo>
                  <a:cubicBezTo>
                    <a:pt x="10822" y="17292"/>
                    <a:pt x="11440" y="17579"/>
                    <a:pt x="9804" y="16725"/>
                  </a:cubicBezTo>
                  <a:cubicBezTo>
                    <a:pt x="9040" y="16593"/>
                    <a:pt x="9786" y="17747"/>
                    <a:pt x="8533" y="17830"/>
                  </a:cubicBezTo>
                  <a:cubicBezTo>
                    <a:pt x="8142" y="18611"/>
                    <a:pt x="8415" y="17065"/>
                    <a:pt x="6892" y="17595"/>
                  </a:cubicBezTo>
                  <a:lnTo>
                    <a:pt x="5719" y="16008"/>
                  </a:lnTo>
                  <a:cubicBezTo>
                    <a:pt x="4992" y="16700"/>
                    <a:pt x="5457" y="17320"/>
                    <a:pt x="3537" y="18084"/>
                  </a:cubicBezTo>
                  <a:cubicBezTo>
                    <a:pt x="2582" y="17179"/>
                    <a:pt x="2484" y="17638"/>
                    <a:pt x="2324" y="16518"/>
                  </a:cubicBezTo>
                  <a:lnTo>
                    <a:pt x="1007" y="15026"/>
                  </a:lnTo>
                  <a:cubicBezTo>
                    <a:pt x="832" y="13921"/>
                    <a:pt x="993" y="13892"/>
                    <a:pt x="1522" y="13253"/>
                  </a:cubicBezTo>
                  <a:cubicBezTo>
                    <a:pt x="1086" y="11776"/>
                    <a:pt x="771" y="12524"/>
                    <a:pt x="579" y="11621"/>
                  </a:cubicBezTo>
                  <a:cubicBezTo>
                    <a:pt x="575" y="9507"/>
                    <a:pt x="846" y="10262"/>
                    <a:pt x="1148" y="9009"/>
                  </a:cubicBezTo>
                  <a:cubicBezTo>
                    <a:pt x="931" y="7328"/>
                    <a:pt x="-786" y="7475"/>
                    <a:pt x="435" y="6404"/>
                  </a:cubicBezTo>
                  <a:cubicBezTo>
                    <a:pt x="1835" y="6253"/>
                    <a:pt x="1777" y="5994"/>
                    <a:pt x="2524" y="4982"/>
                  </a:cubicBezTo>
                  <a:cubicBezTo>
                    <a:pt x="2581" y="3824"/>
                    <a:pt x="2352" y="2474"/>
                    <a:pt x="2980" y="1747"/>
                  </a:cubicBezTo>
                  <a:cubicBezTo>
                    <a:pt x="4336" y="1701"/>
                    <a:pt x="5008" y="3067"/>
                    <a:pt x="6344" y="3260"/>
                  </a:cubicBezTo>
                  <a:cubicBezTo>
                    <a:pt x="7510" y="2408"/>
                    <a:pt x="6972" y="2129"/>
                    <a:pt x="7934" y="1014"/>
                  </a:cubicBezTo>
                  <a:cubicBezTo>
                    <a:pt x="8793" y="916"/>
                    <a:pt x="9081" y="1821"/>
                    <a:pt x="9654" y="2225"/>
                  </a:cubicBezTo>
                  <a:close/>
                </a:path>
              </a:pathLst>
            </a:custGeom>
            <a:solidFill>
              <a:srgbClr val="04005F"/>
            </a:solidFill>
            <a:ln>
              <a:solidFill>
                <a:srgbClr val="0401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Explosion: 14 Points 15">
              <a:extLst>
                <a:ext uri="{FF2B5EF4-FFF2-40B4-BE49-F238E27FC236}">
                  <a16:creationId xmlns:a16="http://schemas.microsoft.com/office/drawing/2014/main" id="{7BF238AE-F1E2-4322-BB10-58DFA97B4A33}"/>
                </a:ext>
              </a:extLst>
            </p:cNvPr>
            <p:cNvSpPr/>
            <p:nvPr/>
          </p:nvSpPr>
          <p:spPr>
            <a:xfrm rot="11284868">
              <a:off x="8195656" y="3357712"/>
              <a:ext cx="2590201" cy="2224387"/>
            </a:xfrm>
            <a:custGeom>
              <a:avLst/>
              <a:gdLst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8056 w 19764"/>
                <a:gd name="connsiteY6" fmla="*/ 7429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7160 w 18296"/>
                <a:gd name="connsiteY14" fmla="*/ 13955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609 w 18296"/>
                <a:gd name="connsiteY14" fmla="*/ 1327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731 w 18296"/>
                <a:gd name="connsiteY14" fmla="*/ 13381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735 w 18037"/>
                <a:gd name="connsiteY0" fmla="*/ 2225 h 18084"/>
                <a:gd name="connsiteX1" fmla="*/ 12573 w 18037"/>
                <a:gd name="connsiteY1" fmla="*/ 0 h 18084"/>
                <a:gd name="connsiteX2" fmla="*/ 13471 w 18037"/>
                <a:gd name="connsiteY2" fmla="*/ 1902 h 18084"/>
                <a:gd name="connsiteX3" fmla="*/ 15148 w 18037"/>
                <a:gd name="connsiteY3" fmla="*/ 1737 h 18084"/>
                <a:gd name="connsiteX4" fmla="*/ 16366 w 18037"/>
                <a:gd name="connsiteY4" fmla="*/ 3697 h 18084"/>
                <a:gd name="connsiteX5" fmla="*/ 18037 w 18037"/>
                <a:gd name="connsiteY5" fmla="*/ 5281 h 18084"/>
                <a:gd name="connsiteX6" fmla="*/ 16783 w 18037"/>
                <a:gd name="connsiteY6" fmla="*/ 7102 h 18084"/>
                <a:gd name="connsiteX7" fmla="*/ 17430 w 18037"/>
                <a:gd name="connsiteY7" fmla="*/ 8886 h 18084"/>
                <a:gd name="connsiteX8" fmla="*/ 16355 w 18037"/>
                <a:gd name="connsiteY8" fmla="*/ 10977 h 18084"/>
                <a:gd name="connsiteX9" fmla="*/ 17150 w 18037"/>
                <a:gd name="connsiteY9" fmla="*/ 13515 h 18084"/>
                <a:gd name="connsiteX10" fmla="*/ 15437 w 18037"/>
                <a:gd name="connsiteY10" fmla="*/ 14529 h 18084"/>
                <a:gd name="connsiteX11" fmla="*/ 13215 w 18037"/>
                <a:gd name="connsiteY11" fmla="*/ 15253 h 18084"/>
                <a:gd name="connsiteX12" fmla="*/ 12132 w 18037"/>
                <a:gd name="connsiteY12" fmla="*/ 16897 h 18084"/>
                <a:gd name="connsiteX13" fmla="*/ 9885 w 18037"/>
                <a:gd name="connsiteY13" fmla="*/ 16725 h 18084"/>
                <a:gd name="connsiteX14" fmla="*/ 8614 w 18037"/>
                <a:gd name="connsiteY14" fmla="*/ 17830 h 18084"/>
                <a:gd name="connsiteX15" fmla="*/ 6973 w 18037"/>
                <a:gd name="connsiteY15" fmla="*/ 17595 h 18084"/>
                <a:gd name="connsiteX16" fmla="*/ 5800 w 18037"/>
                <a:gd name="connsiteY16" fmla="*/ 16008 h 18084"/>
                <a:gd name="connsiteX17" fmla="*/ 3618 w 18037"/>
                <a:gd name="connsiteY17" fmla="*/ 18084 h 18084"/>
                <a:gd name="connsiteX18" fmla="*/ 2130 w 18037"/>
                <a:gd name="connsiteY18" fmla="*/ 15370 h 18084"/>
                <a:gd name="connsiteX19" fmla="*/ 17 w 18037"/>
                <a:gd name="connsiteY19" fmla="*/ 15170 h 18084"/>
                <a:gd name="connsiteX20" fmla="*/ 1603 w 18037"/>
                <a:gd name="connsiteY20" fmla="*/ 13253 h 18084"/>
                <a:gd name="connsiteX21" fmla="*/ 660 w 18037"/>
                <a:gd name="connsiteY21" fmla="*/ 11621 h 18084"/>
                <a:gd name="connsiteX22" fmla="*/ 1229 w 18037"/>
                <a:gd name="connsiteY22" fmla="*/ 9009 h 18084"/>
                <a:gd name="connsiteX23" fmla="*/ 516 w 18037"/>
                <a:gd name="connsiteY23" fmla="*/ 6404 h 18084"/>
                <a:gd name="connsiteX24" fmla="*/ 2605 w 18037"/>
                <a:gd name="connsiteY24" fmla="*/ 4982 h 18084"/>
                <a:gd name="connsiteX25" fmla="*/ 3061 w 18037"/>
                <a:gd name="connsiteY25" fmla="*/ 1747 h 18084"/>
                <a:gd name="connsiteX26" fmla="*/ 6425 w 18037"/>
                <a:gd name="connsiteY26" fmla="*/ 3260 h 18084"/>
                <a:gd name="connsiteX27" fmla="*/ 8015 w 18037"/>
                <a:gd name="connsiteY27" fmla="*/ 1014 h 18084"/>
                <a:gd name="connsiteX28" fmla="*/ 9735 w 18037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049 w 17956"/>
                <a:gd name="connsiteY18" fmla="*/ 15370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956" h="18084">
                  <a:moveTo>
                    <a:pt x="9654" y="2225"/>
                  </a:moveTo>
                  <a:cubicBezTo>
                    <a:pt x="10600" y="1483"/>
                    <a:pt x="11209" y="96"/>
                    <a:pt x="12492" y="0"/>
                  </a:cubicBezTo>
                  <a:cubicBezTo>
                    <a:pt x="13291" y="1244"/>
                    <a:pt x="13141" y="12"/>
                    <a:pt x="13390" y="1902"/>
                  </a:cubicBezTo>
                  <a:lnTo>
                    <a:pt x="15067" y="1737"/>
                  </a:lnTo>
                  <a:cubicBezTo>
                    <a:pt x="16034" y="2809"/>
                    <a:pt x="14615" y="2984"/>
                    <a:pt x="16285" y="3697"/>
                  </a:cubicBezTo>
                  <a:cubicBezTo>
                    <a:pt x="17709" y="3927"/>
                    <a:pt x="16777" y="5016"/>
                    <a:pt x="17956" y="5281"/>
                  </a:cubicBezTo>
                  <a:cubicBezTo>
                    <a:pt x="15806" y="6523"/>
                    <a:pt x="17628" y="6003"/>
                    <a:pt x="16702" y="7102"/>
                  </a:cubicBezTo>
                  <a:cubicBezTo>
                    <a:pt x="16416" y="7887"/>
                    <a:pt x="16870" y="7850"/>
                    <a:pt x="17349" y="8886"/>
                  </a:cubicBezTo>
                  <a:cubicBezTo>
                    <a:pt x="16688" y="9692"/>
                    <a:pt x="16017" y="9884"/>
                    <a:pt x="16274" y="10977"/>
                  </a:cubicBezTo>
                  <a:lnTo>
                    <a:pt x="17069" y="13515"/>
                  </a:lnTo>
                  <a:cubicBezTo>
                    <a:pt x="15565" y="14236"/>
                    <a:pt x="16768" y="14956"/>
                    <a:pt x="15356" y="14529"/>
                  </a:cubicBezTo>
                  <a:cubicBezTo>
                    <a:pt x="15457" y="15536"/>
                    <a:pt x="14012" y="14282"/>
                    <a:pt x="13134" y="15253"/>
                  </a:cubicBezTo>
                  <a:cubicBezTo>
                    <a:pt x="12213" y="14775"/>
                    <a:pt x="13523" y="16299"/>
                    <a:pt x="12051" y="16897"/>
                  </a:cubicBezTo>
                  <a:cubicBezTo>
                    <a:pt x="10822" y="17292"/>
                    <a:pt x="11440" y="17579"/>
                    <a:pt x="9804" y="16725"/>
                  </a:cubicBezTo>
                  <a:cubicBezTo>
                    <a:pt x="9040" y="16593"/>
                    <a:pt x="9786" y="17747"/>
                    <a:pt x="8533" y="17830"/>
                  </a:cubicBezTo>
                  <a:cubicBezTo>
                    <a:pt x="8142" y="18611"/>
                    <a:pt x="8415" y="17065"/>
                    <a:pt x="6892" y="17595"/>
                  </a:cubicBezTo>
                  <a:lnTo>
                    <a:pt x="5719" y="16008"/>
                  </a:lnTo>
                  <a:cubicBezTo>
                    <a:pt x="4992" y="16700"/>
                    <a:pt x="5457" y="17320"/>
                    <a:pt x="3537" y="18084"/>
                  </a:cubicBezTo>
                  <a:cubicBezTo>
                    <a:pt x="2582" y="17179"/>
                    <a:pt x="2484" y="17638"/>
                    <a:pt x="2324" y="16518"/>
                  </a:cubicBezTo>
                  <a:lnTo>
                    <a:pt x="1007" y="15026"/>
                  </a:lnTo>
                  <a:cubicBezTo>
                    <a:pt x="832" y="13921"/>
                    <a:pt x="993" y="13892"/>
                    <a:pt x="1522" y="13253"/>
                  </a:cubicBezTo>
                  <a:cubicBezTo>
                    <a:pt x="1086" y="11776"/>
                    <a:pt x="771" y="12524"/>
                    <a:pt x="579" y="11621"/>
                  </a:cubicBezTo>
                  <a:cubicBezTo>
                    <a:pt x="575" y="9507"/>
                    <a:pt x="846" y="10262"/>
                    <a:pt x="1148" y="9009"/>
                  </a:cubicBezTo>
                  <a:cubicBezTo>
                    <a:pt x="931" y="7328"/>
                    <a:pt x="-786" y="7475"/>
                    <a:pt x="435" y="6404"/>
                  </a:cubicBezTo>
                  <a:cubicBezTo>
                    <a:pt x="1835" y="6253"/>
                    <a:pt x="1777" y="5994"/>
                    <a:pt x="2524" y="4982"/>
                  </a:cubicBezTo>
                  <a:cubicBezTo>
                    <a:pt x="2581" y="3824"/>
                    <a:pt x="2352" y="2474"/>
                    <a:pt x="2980" y="1747"/>
                  </a:cubicBezTo>
                  <a:cubicBezTo>
                    <a:pt x="4336" y="1701"/>
                    <a:pt x="5008" y="3067"/>
                    <a:pt x="6344" y="3260"/>
                  </a:cubicBezTo>
                  <a:cubicBezTo>
                    <a:pt x="7510" y="2408"/>
                    <a:pt x="6972" y="2129"/>
                    <a:pt x="7934" y="1014"/>
                  </a:cubicBezTo>
                  <a:cubicBezTo>
                    <a:pt x="8793" y="916"/>
                    <a:pt x="9081" y="1821"/>
                    <a:pt x="9654" y="2225"/>
                  </a:cubicBezTo>
                  <a:close/>
                </a:path>
              </a:pathLst>
            </a:custGeom>
            <a:gradFill>
              <a:gsLst>
                <a:gs pos="58000">
                  <a:srgbClr val="040175"/>
                </a:gs>
                <a:gs pos="7000">
                  <a:srgbClr val="160DEE"/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Explosion: 14 Points 15">
              <a:extLst>
                <a:ext uri="{FF2B5EF4-FFF2-40B4-BE49-F238E27FC236}">
                  <a16:creationId xmlns:a16="http://schemas.microsoft.com/office/drawing/2014/main" id="{DF5AF316-5A3C-48F8-A212-64B430EF53BF}"/>
                </a:ext>
              </a:extLst>
            </p:cNvPr>
            <p:cNvSpPr/>
            <p:nvPr/>
          </p:nvSpPr>
          <p:spPr>
            <a:xfrm rot="11284868">
              <a:off x="8617496" y="3635536"/>
              <a:ext cx="1731449" cy="1721025"/>
            </a:xfrm>
            <a:custGeom>
              <a:avLst/>
              <a:gdLst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5372 w 21600"/>
                <a:gd name="connsiteY24" fmla="*/ 7817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502 w 21600"/>
                <a:gd name="connsiteY25" fmla="*/ 3625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22 w 21600"/>
                <a:gd name="connsiteY27" fmla="*/ 1887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4342 h 21600"/>
                <a:gd name="connsiteX1" fmla="*/ 14790 w 21600"/>
                <a:gd name="connsiteY1" fmla="*/ 0 h 21600"/>
                <a:gd name="connsiteX2" fmla="*/ 14525 w 21600"/>
                <a:gd name="connsiteY2" fmla="*/ 5777 h 21600"/>
                <a:gd name="connsiteX3" fmla="*/ 18007 w 21600"/>
                <a:gd name="connsiteY3" fmla="*/ 3172 h 21600"/>
                <a:gd name="connsiteX4" fmla="*/ 16380 w 21600"/>
                <a:gd name="connsiteY4" fmla="*/ 6532 h 21600"/>
                <a:gd name="connsiteX5" fmla="*/ 21600 w 21600"/>
                <a:gd name="connsiteY5" fmla="*/ 6645 h 21600"/>
                <a:gd name="connsiteX6" fmla="*/ 16985 w 21600"/>
                <a:gd name="connsiteY6" fmla="*/ 9402 h 21600"/>
                <a:gd name="connsiteX7" fmla="*/ 18270 w 21600"/>
                <a:gd name="connsiteY7" fmla="*/ 11290 h 21600"/>
                <a:gd name="connsiteX8" fmla="*/ 16380 w 21600"/>
                <a:gd name="connsiteY8" fmla="*/ 12310 h 21600"/>
                <a:gd name="connsiteX9" fmla="*/ 18877 w 21600"/>
                <a:gd name="connsiteY9" fmla="*/ 15632 h 21600"/>
                <a:gd name="connsiteX10" fmla="*/ 14640 w 21600"/>
                <a:gd name="connsiteY10" fmla="*/ 14350 h 21600"/>
                <a:gd name="connsiteX11" fmla="*/ 14942 w 21600"/>
                <a:gd name="connsiteY11" fmla="*/ 17370 h 21600"/>
                <a:gd name="connsiteX12" fmla="*/ 12180 w 21600"/>
                <a:gd name="connsiteY12" fmla="*/ 15935 h 21600"/>
                <a:gd name="connsiteX13" fmla="*/ 11612 w 21600"/>
                <a:gd name="connsiteY13" fmla="*/ 18842 h 21600"/>
                <a:gd name="connsiteX14" fmla="*/ 9872 w 21600"/>
                <a:gd name="connsiteY14" fmla="*/ 17370 h 21600"/>
                <a:gd name="connsiteX15" fmla="*/ 8700 w 21600"/>
                <a:gd name="connsiteY15" fmla="*/ 19712 h 21600"/>
                <a:gd name="connsiteX16" fmla="*/ 7527 w 21600"/>
                <a:gd name="connsiteY16" fmla="*/ 18125 h 21600"/>
                <a:gd name="connsiteX17" fmla="*/ 4917 w 21600"/>
                <a:gd name="connsiteY17" fmla="*/ 21600 h 21600"/>
                <a:gd name="connsiteX18" fmla="*/ 4805 w 21600"/>
                <a:gd name="connsiteY18" fmla="*/ 18240 h 21600"/>
                <a:gd name="connsiteX19" fmla="*/ 1285 w 21600"/>
                <a:gd name="connsiteY19" fmla="*/ 17825 h 21600"/>
                <a:gd name="connsiteX20" fmla="*/ 3330 w 21600"/>
                <a:gd name="connsiteY20" fmla="*/ 15370 h 21600"/>
                <a:gd name="connsiteX21" fmla="*/ 0 w 21600"/>
                <a:gd name="connsiteY21" fmla="*/ 12877 h 21600"/>
                <a:gd name="connsiteX22" fmla="*/ 3935 w 21600"/>
                <a:gd name="connsiteY22" fmla="*/ 11592 h 21600"/>
                <a:gd name="connsiteX23" fmla="*/ 1172 w 21600"/>
                <a:gd name="connsiteY23" fmla="*/ 8270 h 21600"/>
                <a:gd name="connsiteX24" fmla="*/ 4332 w 21600"/>
                <a:gd name="connsiteY24" fmla="*/ 7099 h 21600"/>
                <a:gd name="connsiteX25" fmla="*/ 4788 w 21600"/>
                <a:gd name="connsiteY25" fmla="*/ 3864 h 21600"/>
                <a:gd name="connsiteX26" fmla="*/ 8550 w 21600"/>
                <a:gd name="connsiteY26" fmla="*/ 6382 h 21600"/>
                <a:gd name="connsiteX27" fmla="*/ 9742 w 21600"/>
                <a:gd name="connsiteY27" fmla="*/ 3131 h 21600"/>
                <a:gd name="connsiteX28" fmla="*/ 11462 w 21600"/>
                <a:gd name="connsiteY28" fmla="*/ 4342 h 21600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525 w 21600"/>
                <a:gd name="connsiteY2" fmla="*/ 3660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6380 w 21600"/>
                <a:gd name="connsiteY4" fmla="*/ 4415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8007 w 21600"/>
                <a:gd name="connsiteY3" fmla="*/ 1055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21600"/>
                <a:gd name="connsiteY0" fmla="*/ 2225 h 19483"/>
                <a:gd name="connsiteX1" fmla="*/ 14300 w 21600"/>
                <a:gd name="connsiteY1" fmla="*/ 0 h 19483"/>
                <a:gd name="connsiteX2" fmla="*/ 14953 w 21600"/>
                <a:gd name="connsiteY2" fmla="*/ 3194 h 19483"/>
                <a:gd name="connsiteX3" fmla="*/ 17548 w 21600"/>
                <a:gd name="connsiteY3" fmla="*/ 1019 h 19483"/>
                <a:gd name="connsiteX4" fmla="*/ 17420 w 21600"/>
                <a:gd name="connsiteY4" fmla="*/ 4271 h 19483"/>
                <a:gd name="connsiteX5" fmla="*/ 21600 w 21600"/>
                <a:gd name="connsiteY5" fmla="*/ 4528 h 19483"/>
                <a:gd name="connsiteX6" fmla="*/ 16985 w 21600"/>
                <a:gd name="connsiteY6" fmla="*/ 7285 h 19483"/>
                <a:gd name="connsiteX7" fmla="*/ 18270 w 21600"/>
                <a:gd name="connsiteY7" fmla="*/ 9173 h 19483"/>
                <a:gd name="connsiteX8" fmla="*/ 16380 w 21600"/>
                <a:gd name="connsiteY8" fmla="*/ 10193 h 19483"/>
                <a:gd name="connsiteX9" fmla="*/ 18877 w 21600"/>
                <a:gd name="connsiteY9" fmla="*/ 13515 h 19483"/>
                <a:gd name="connsiteX10" fmla="*/ 14640 w 21600"/>
                <a:gd name="connsiteY10" fmla="*/ 12233 h 19483"/>
                <a:gd name="connsiteX11" fmla="*/ 14942 w 21600"/>
                <a:gd name="connsiteY11" fmla="*/ 15253 h 19483"/>
                <a:gd name="connsiteX12" fmla="*/ 12180 w 21600"/>
                <a:gd name="connsiteY12" fmla="*/ 13818 h 19483"/>
                <a:gd name="connsiteX13" fmla="*/ 11612 w 21600"/>
                <a:gd name="connsiteY13" fmla="*/ 16725 h 19483"/>
                <a:gd name="connsiteX14" fmla="*/ 9872 w 21600"/>
                <a:gd name="connsiteY14" fmla="*/ 15253 h 19483"/>
                <a:gd name="connsiteX15" fmla="*/ 8700 w 21600"/>
                <a:gd name="connsiteY15" fmla="*/ 17595 h 19483"/>
                <a:gd name="connsiteX16" fmla="*/ 7527 w 21600"/>
                <a:gd name="connsiteY16" fmla="*/ 16008 h 19483"/>
                <a:gd name="connsiteX17" fmla="*/ 4917 w 21600"/>
                <a:gd name="connsiteY17" fmla="*/ 19483 h 19483"/>
                <a:gd name="connsiteX18" fmla="*/ 4805 w 21600"/>
                <a:gd name="connsiteY18" fmla="*/ 16123 h 19483"/>
                <a:gd name="connsiteX19" fmla="*/ 1285 w 21600"/>
                <a:gd name="connsiteY19" fmla="*/ 15708 h 19483"/>
                <a:gd name="connsiteX20" fmla="*/ 3330 w 21600"/>
                <a:gd name="connsiteY20" fmla="*/ 13253 h 19483"/>
                <a:gd name="connsiteX21" fmla="*/ 0 w 21600"/>
                <a:gd name="connsiteY21" fmla="*/ 10760 h 19483"/>
                <a:gd name="connsiteX22" fmla="*/ 3935 w 21600"/>
                <a:gd name="connsiteY22" fmla="*/ 9475 h 19483"/>
                <a:gd name="connsiteX23" fmla="*/ 1172 w 21600"/>
                <a:gd name="connsiteY23" fmla="*/ 6153 h 19483"/>
                <a:gd name="connsiteX24" fmla="*/ 4332 w 21600"/>
                <a:gd name="connsiteY24" fmla="*/ 4982 h 19483"/>
                <a:gd name="connsiteX25" fmla="*/ 4788 w 21600"/>
                <a:gd name="connsiteY25" fmla="*/ 1747 h 19483"/>
                <a:gd name="connsiteX26" fmla="*/ 8550 w 21600"/>
                <a:gd name="connsiteY26" fmla="*/ 4265 h 19483"/>
                <a:gd name="connsiteX27" fmla="*/ 9742 w 21600"/>
                <a:gd name="connsiteY27" fmla="*/ 1014 h 19483"/>
                <a:gd name="connsiteX28" fmla="*/ 11462 w 21600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8270 w 19764"/>
                <a:gd name="connsiteY7" fmla="*/ 9173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6985 w 19764"/>
                <a:gd name="connsiteY6" fmla="*/ 7285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8056 w 19764"/>
                <a:gd name="connsiteY6" fmla="*/ 7429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444 w 19764"/>
                <a:gd name="connsiteY6" fmla="*/ 7573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9483"/>
                <a:gd name="connsiteX1" fmla="*/ 14300 w 19764"/>
                <a:gd name="connsiteY1" fmla="*/ 0 h 19483"/>
                <a:gd name="connsiteX2" fmla="*/ 14953 w 19764"/>
                <a:gd name="connsiteY2" fmla="*/ 3194 h 19483"/>
                <a:gd name="connsiteX3" fmla="*/ 17548 w 19764"/>
                <a:gd name="connsiteY3" fmla="*/ 1019 h 19483"/>
                <a:gd name="connsiteX4" fmla="*/ 17420 w 19764"/>
                <a:gd name="connsiteY4" fmla="*/ 4271 h 19483"/>
                <a:gd name="connsiteX5" fmla="*/ 19764 w 19764"/>
                <a:gd name="connsiteY5" fmla="*/ 5281 h 19483"/>
                <a:gd name="connsiteX6" fmla="*/ 17383 w 19764"/>
                <a:gd name="connsiteY6" fmla="*/ 7107 h 19483"/>
                <a:gd name="connsiteX7" fmla="*/ 19157 w 19764"/>
                <a:gd name="connsiteY7" fmla="*/ 8886 h 19483"/>
                <a:gd name="connsiteX8" fmla="*/ 16380 w 19764"/>
                <a:gd name="connsiteY8" fmla="*/ 10193 h 19483"/>
                <a:gd name="connsiteX9" fmla="*/ 18877 w 19764"/>
                <a:gd name="connsiteY9" fmla="*/ 13515 h 19483"/>
                <a:gd name="connsiteX10" fmla="*/ 14640 w 19764"/>
                <a:gd name="connsiteY10" fmla="*/ 12233 h 19483"/>
                <a:gd name="connsiteX11" fmla="*/ 14942 w 19764"/>
                <a:gd name="connsiteY11" fmla="*/ 15253 h 19483"/>
                <a:gd name="connsiteX12" fmla="*/ 12180 w 19764"/>
                <a:gd name="connsiteY12" fmla="*/ 13818 h 19483"/>
                <a:gd name="connsiteX13" fmla="*/ 11612 w 19764"/>
                <a:gd name="connsiteY13" fmla="*/ 16725 h 19483"/>
                <a:gd name="connsiteX14" fmla="*/ 9872 w 19764"/>
                <a:gd name="connsiteY14" fmla="*/ 15253 h 19483"/>
                <a:gd name="connsiteX15" fmla="*/ 8700 w 19764"/>
                <a:gd name="connsiteY15" fmla="*/ 17595 h 19483"/>
                <a:gd name="connsiteX16" fmla="*/ 7527 w 19764"/>
                <a:gd name="connsiteY16" fmla="*/ 16008 h 19483"/>
                <a:gd name="connsiteX17" fmla="*/ 4917 w 19764"/>
                <a:gd name="connsiteY17" fmla="*/ 19483 h 19483"/>
                <a:gd name="connsiteX18" fmla="*/ 4805 w 19764"/>
                <a:gd name="connsiteY18" fmla="*/ 16123 h 19483"/>
                <a:gd name="connsiteX19" fmla="*/ 1285 w 19764"/>
                <a:gd name="connsiteY19" fmla="*/ 15708 h 19483"/>
                <a:gd name="connsiteX20" fmla="*/ 3330 w 19764"/>
                <a:gd name="connsiteY20" fmla="*/ 13253 h 19483"/>
                <a:gd name="connsiteX21" fmla="*/ 0 w 19764"/>
                <a:gd name="connsiteY21" fmla="*/ 10760 h 19483"/>
                <a:gd name="connsiteX22" fmla="*/ 3935 w 19764"/>
                <a:gd name="connsiteY22" fmla="*/ 9475 h 19483"/>
                <a:gd name="connsiteX23" fmla="*/ 1172 w 19764"/>
                <a:gd name="connsiteY23" fmla="*/ 6153 h 19483"/>
                <a:gd name="connsiteX24" fmla="*/ 4332 w 19764"/>
                <a:gd name="connsiteY24" fmla="*/ 4982 h 19483"/>
                <a:gd name="connsiteX25" fmla="*/ 4788 w 19764"/>
                <a:gd name="connsiteY25" fmla="*/ 1747 h 19483"/>
                <a:gd name="connsiteX26" fmla="*/ 8550 w 19764"/>
                <a:gd name="connsiteY26" fmla="*/ 4265 h 19483"/>
                <a:gd name="connsiteX27" fmla="*/ 9742 w 19764"/>
                <a:gd name="connsiteY27" fmla="*/ 1014 h 19483"/>
                <a:gd name="connsiteX28" fmla="*/ 11462 w 19764"/>
                <a:gd name="connsiteY28" fmla="*/ 2225 h 19483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4805 w 19764"/>
                <a:gd name="connsiteY18" fmla="*/ 16123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285 w 19764"/>
                <a:gd name="connsiteY19" fmla="*/ 15708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1462 w 19764"/>
                <a:gd name="connsiteY0" fmla="*/ 2225 h 18084"/>
                <a:gd name="connsiteX1" fmla="*/ 14300 w 19764"/>
                <a:gd name="connsiteY1" fmla="*/ 0 h 18084"/>
                <a:gd name="connsiteX2" fmla="*/ 14953 w 19764"/>
                <a:gd name="connsiteY2" fmla="*/ 3194 h 18084"/>
                <a:gd name="connsiteX3" fmla="*/ 17548 w 19764"/>
                <a:gd name="connsiteY3" fmla="*/ 1019 h 18084"/>
                <a:gd name="connsiteX4" fmla="*/ 17420 w 19764"/>
                <a:gd name="connsiteY4" fmla="*/ 4271 h 18084"/>
                <a:gd name="connsiteX5" fmla="*/ 19764 w 19764"/>
                <a:gd name="connsiteY5" fmla="*/ 5281 h 18084"/>
                <a:gd name="connsiteX6" fmla="*/ 17383 w 19764"/>
                <a:gd name="connsiteY6" fmla="*/ 7107 h 18084"/>
                <a:gd name="connsiteX7" fmla="*/ 19157 w 19764"/>
                <a:gd name="connsiteY7" fmla="*/ 8886 h 18084"/>
                <a:gd name="connsiteX8" fmla="*/ 16380 w 19764"/>
                <a:gd name="connsiteY8" fmla="*/ 10193 h 18084"/>
                <a:gd name="connsiteX9" fmla="*/ 18877 w 19764"/>
                <a:gd name="connsiteY9" fmla="*/ 13515 h 18084"/>
                <a:gd name="connsiteX10" fmla="*/ 14640 w 19764"/>
                <a:gd name="connsiteY10" fmla="*/ 12233 h 18084"/>
                <a:gd name="connsiteX11" fmla="*/ 14942 w 19764"/>
                <a:gd name="connsiteY11" fmla="*/ 15253 h 18084"/>
                <a:gd name="connsiteX12" fmla="*/ 12180 w 19764"/>
                <a:gd name="connsiteY12" fmla="*/ 13818 h 18084"/>
                <a:gd name="connsiteX13" fmla="*/ 11612 w 19764"/>
                <a:gd name="connsiteY13" fmla="*/ 16725 h 18084"/>
                <a:gd name="connsiteX14" fmla="*/ 9872 w 19764"/>
                <a:gd name="connsiteY14" fmla="*/ 15253 h 18084"/>
                <a:gd name="connsiteX15" fmla="*/ 8700 w 19764"/>
                <a:gd name="connsiteY15" fmla="*/ 17595 h 18084"/>
                <a:gd name="connsiteX16" fmla="*/ 7527 w 19764"/>
                <a:gd name="connsiteY16" fmla="*/ 16008 h 18084"/>
                <a:gd name="connsiteX17" fmla="*/ 5345 w 19764"/>
                <a:gd name="connsiteY17" fmla="*/ 18084 h 18084"/>
                <a:gd name="connsiteX18" fmla="*/ 3857 w 19764"/>
                <a:gd name="connsiteY18" fmla="*/ 15370 h 18084"/>
                <a:gd name="connsiteX19" fmla="*/ 1744 w 19764"/>
                <a:gd name="connsiteY19" fmla="*/ 15170 h 18084"/>
                <a:gd name="connsiteX20" fmla="*/ 3330 w 19764"/>
                <a:gd name="connsiteY20" fmla="*/ 13253 h 18084"/>
                <a:gd name="connsiteX21" fmla="*/ 0 w 19764"/>
                <a:gd name="connsiteY21" fmla="*/ 10760 h 18084"/>
                <a:gd name="connsiteX22" fmla="*/ 3935 w 19764"/>
                <a:gd name="connsiteY22" fmla="*/ 9475 h 18084"/>
                <a:gd name="connsiteX23" fmla="*/ 1172 w 19764"/>
                <a:gd name="connsiteY23" fmla="*/ 6153 h 18084"/>
                <a:gd name="connsiteX24" fmla="*/ 4332 w 19764"/>
                <a:gd name="connsiteY24" fmla="*/ 4982 h 18084"/>
                <a:gd name="connsiteX25" fmla="*/ 4788 w 19764"/>
                <a:gd name="connsiteY25" fmla="*/ 1747 h 18084"/>
                <a:gd name="connsiteX26" fmla="*/ 8550 w 19764"/>
                <a:gd name="connsiteY26" fmla="*/ 4265 h 18084"/>
                <a:gd name="connsiteX27" fmla="*/ 9742 w 19764"/>
                <a:gd name="connsiteY27" fmla="*/ 1014 h 18084"/>
                <a:gd name="connsiteX28" fmla="*/ 11462 w 19764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10290 w 18592"/>
                <a:gd name="connsiteY0" fmla="*/ 2225 h 18084"/>
                <a:gd name="connsiteX1" fmla="*/ 13128 w 18592"/>
                <a:gd name="connsiteY1" fmla="*/ 0 h 18084"/>
                <a:gd name="connsiteX2" fmla="*/ 13781 w 18592"/>
                <a:gd name="connsiteY2" fmla="*/ 3194 h 18084"/>
                <a:gd name="connsiteX3" fmla="*/ 16376 w 18592"/>
                <a:gd name="connsiteY3" fmla="*/ 1019 h 18084"/>
                <a:gd name="connsiteX4" fmla="*/ 16248 w 18592"/>
                <a:gd name="connsiteY4" fmla="*/ 4271 h 18084"/>
                <a:gd name="connsiteX5" fmla="*/ 18592 w 18592"/>
                <a:gd name="connsiteY5" fmla="*/ 5281 h 18084"/>
                <a:gd name="connsiteX6" fmla="*/ 16211 w 18592"/>
                <a:gd name="connsiteY6" fmla="*/ 7107 h 18084"/>
                <a:gd name="connsiteX7" fmla="*/ 17985 w 18592"/>
                <a:gd name="connsiteY7" fmla="*/ 8886 h 18084"/>
                <a:gd name="connsiteX8" fmla="*/ 15208 w 18592"/>
                <a:gd name="connsiteY8" fmla="*/ 10193 h 18084"/>
                <a:gd name="connsiteX9" fmla="*/ 17705 w 18592"/>
                <a:gd name="connsiteY9" fmla="*/ 13515 h 18084"/>
                <a:gd name="connsiteX10" fmla="*/ 13468 w 18592"/>
                <a:gd name="connsiteY10" fmla="*/ 12233 h 18084"/>
                <a:gd name="connsiteX11" fmla="*/ 13770 w 18592"/>
                <a:gd name="connsiteY11" fmla="*/ 15253 h 18084"/>
                <a:gd name="connsiteX12" fmla="*/ 11008 w 18592"/>
                <a:gd name="connsiteY12" fmla="*/ 13818 h 18084"/>
                <a:gd name="connsiteX13" fmla="*/ 10440 w 18592"/>
                <a:gd name="connsiteY13" fmla="*/ 16725 h 18084"/>
                <a:gd name="connsiteX14" fmla="*/ 8700 w 18592"/>
                <a:gd name="connsiteY14" fmla="*/ 15253 h 18084"/>
                <a:gd name="connsiteX15" fmla="*/ 7528 w 18592"/>
                <a:gd name="connsiteY15" fmla="*/ 17595 h 18084"/>
                <a:gd name="connsiteX16" fmla="*/ 6355 w 18592"/>
                <a:gd name="connsiteY16" fmla="*/ 16008 h 18084"/>
                <a:gd name="connsiteX17" fmla="*/ 4173 w 18592"/>
                <a:gd name="connsiteY17" fmla="*/ 18084 h 18084"/>
                <a:gd name="connsiteX18" fmla="*/ 2685 w 18592"/>
                <a:gd name="connsiteY18" fmla="*/ 15370 h 18084"/>
                <a:gd name="connsiteX19" fmla="*/ 572 w 18592"/>
                <a:gd name="connsiteY19" fmla="*/ 15170 h 18084"/>
                <a:gd name="connsiteX20" fmla="*/ 2158 w 18592"/>
                <a:gd name="connsiteY20" fmla="*/ 13253 h 18084"/>
                <a:gd name="connsiteX21" fmla="*/ 297 w 18592"/>
                <a:gd name="connsiteY21" fmla="*/ 11621 h 18084"/>
                <a:gd name="connsiteX22" fmla="*/ 2763 w 18592"/>
                <a:gd name="connsiteY22" fmla="*/ 9475 h 18084"/>
                <a:gd name="connsiteX23" fmla="*/ 0 w 18592"/>
                <a:gd name="connsiteY23" fmla="*/ 6153 h 18084"/>
                <a:gd name="connsiteX24" fmla="*/ 3160 w 18592"/>
                <a:gd name="connsiteY24" fmla="*/ 4982 h 18084"/>
                <a:gd name="connsiteX25" fmla="*/ 3616 w 18592"/>
                <a:gd name="connsiteY25" fmla="*/ 1747 h 18084"/>
                <a:gd name="connsiteX26" fmla="*/ 7378 w 18592"/>
                <a:gd name="connsiteY26" fmla="*/ 4265 h 18084"/>
                <a:gd name="connsiteX27" fmla="*/ 8570 w 18592"/>
                <a:gd name="connsiteY27" fmla="*/ 1014 h 18084"/>
                <a:gd name="connsiteX28" fmla="*/ 10290 w 18592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404 w 18296"/>
                <a:gd name="connsiteY14" fmla="*/ 1525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7160 w 18296"/>
                <a:gd name="connsiteY14" fmla="*/ 13955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609 w 18296"/>
                <a:gd name="connsiteY14" fmla="*/ 13273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6731 w 18296"/>
                <a:gd name="connsiteY14" fmla="*/ 13381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0712 w 18296"/>
                <a:gd name="connsiteY12" fmla="*/ 13818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3172 w 18296"/>
                <a:gd name="connsiteY10" fmla="*/ 12233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4912 w 18296"/>
                <a:gd name="connsiteY8" fmla="*/ 10193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5915 w 18296"/>
                <a:gd name="connsiteY6" fmla="*/ 7107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485 w 18296"/>
                <a:gd name="connsiteY2" fmla="*/ 3194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5952 w 18296"/>
                <a:gd name="connsiteY4" fmla="*/ 4271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6080 w 18296"/>
                <a:gd name="connsiteY3" fmla="*/ 1019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7082 w 18296"/>
                <a:gd name="connsiteY26" fmla="*/ 4265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2467 w 18296"/>
                <a:gd name="connsiteY22" fmla="*/ 9475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994 w 18296"/>
                <a:gd name="connsiteY0" fmla="*/ 2225 h 18084"/>
                <a:gd name="connsiteX1" fmla="*/ 12832 w 18296"/>
                <a:gd name="connsiteY1" fmla="*/ 0 h 18084"/>
                <a:gd name="connsiteX2" fmla="*/ 13730 w 18296"/>
                <a:gd name="connsiteY2" fmla="*/ 1902 h 18084"/>
                <a:gd name="connsiteX3" fmla="*/ 15407 w 18296"/>
                <a:gd name="connsiteY3" fmla="*/ 1737 h 18084"/>
                <a:gd name="connsiteX4" fmla="*/ 16625 w 18296"/>
                <a:gd name="connsiteY4" fmla="*/ 3697 h 18084"/>
                <a:gd name="connsiteX5" fmla="*/ 18296 w 18296"/>
                <a:gd name="connsiteY5" fmla="*/ 5281 h 18084"/>
                <a:gd name="connsiteX6" fmla="*/ 17042 w 18296"/>
                <a:gd name="connsiteY6" fmla="*/ 7102 h 18084"/>
                <a:gd name="connsiteX7" fmla="*/ 17689 w 18296"/>
                <a:gd name="connsiteY7" fmla="*/ 8886 h 18084"/>
                <a:gd name="connsiteX8" fmla="*/ 16614 w 18296"/>
                <a:gd name="connsiteY8" fmla="*/ 10977 h 18084"/>
                <a:gd name="connsiteX9" fmla="*/ 17409 w 18296"/>
                <a:gd name="connsiteY9" fmla="*/ 13515 h 18084"/>
                <a:gd name="connsiteX10" fmla="*/ 15696 w 18296"/>
                <a:gd name="connsiteY10" fmla="*/ 14529 h 18084"/>
                <a:gd name="connsiteX11" fmla="*/ 13474 w 18296"/>
                <a:gd name="connsiteY11" fmla="*/ 15253 h 18084"/>
                <a:gd name="connsiteX12" fmla="*/ 12391 w 18296"/>
                <a:gd name="connsiteY12" fmla="*/ 16897 h 18084"/>
                <a:gd name="connsiteX13" fmla="*/ 10144 w 18296"/>
                <a:gd name="connsiteY13" fmla="*/ 16725 h 18084"/>
                <a:gd name="connsiteX14" fmla="*/ 8873 w 18296"/>
                <a:gd name="connsiteY14" fmla="*/ 17830 h 18084"/>
                <a:gd name="connsiteX15" fmla="*/ 7232 w 18296"/>
                <a:gd name="connsiteY15" fmla="*/ 17595 h 18084"/>
                <a:gd name="connsiteX16" fmla="*/ 6059 w 18296"/>
                <a:gd name="connsiteY16" fmla="*/ 16008 h 18084"/>
                <a:gd name="connsiteX17" fmla="*/ 3877 w 18296"/>
                <a:gd name="connsiteY17" fmla="*/ 18084 h 18084"/>
                <a:gd name="connsiteX18" fmla="*/ 2389 w 18296"/>
                <a:gd name="connsiteY18" fmla="*/ 15370 h 18084"/>
                <a:gd name="connsiteX19" fmla="*/ 276 w 18296"/>
                <a:gd name="connsiteY19" fmla="*/ 15170 h 18084"/>
                <a:gd name="connsiteX20" fmla="*/ 1862 w 18296"/>
                <a:gd name="connsiteY20" fmla="*/ 13253 h 18084"/>
                <a:gd name="connsiteX21" fmla="*/ 1 w 18296"/>
                <a:gd name="connsiteY21" fmla="*/ 11621 h 18084"/>
                <a:gd name="connsiteX22" fmla="*/ 1488 w 18296"/>
                <a:gd name="connsiteY22" fmla="*/ 9009 h 18084"/>
                <a:gd name="connsiteX23" fmla="*/ 775 w 18296"/>
                <a:gd name="connsiteY23" fmla="*/ 6404 h 18084"/>
                <a:gd name="connsiteX24" fmla="*/ 2864 w 18296"/>
                <a:gd name="connsiteY24" fmla="*/ 4982 h 18084"/>
                <a:gd name="connsiteX25" fmla="*/ 3320 w 18296"/>
                <a:gd name="connsiteY25" fmla="*/ 1747 h 18084"/>
                <a:gd name="connsiteX26" fmla="*/ 6684 w 18296"/>
                <a:gd name="connsiteY26" fmla="*/ 3260 h 18084"/>
                <a:gd name="connsiteX27" fmla="*/ 8274 w 18296"/>
                <a:gd name="connsiteY27" fmla="*/ 1014 h 18084"/>
                <a:gd name="connsiteX28" fmla="*/ 9994 w 18296"/>
                <a:gd name="connsiteY28" fmla="*/ 2225 h 18084"/>
                <a:gd name="connsiteX0" fmla="*/ 9735 w 18037"/>
                <a:gd name="connsiteY0" fmla="*/ 2225 h 18084"/>
                <a:gd name="connsiteX1" fmla="*/ 12573 w 18037"/>
                <a:gd name="connsiteY1" fmla="*/ 0 h 18084"/>
                <a:gd name="connsiteX2" fmla="*/ 13471 w 18037"/>
                <a:gd name="connsiteY2" fmla="*/ 1902 h 18084"/>
                <a:gd name="connsiteX3" fmla="*/ 15148 w 18037"/>
                <a:gd name="connsiteY3" fmla="*/ 1737 h 18084"/>
                <a:gd name="connsiteX4" fmla="*/ 16366 w 18037"/>
                <a:gd name="connsiteY4" fmla="*/ 3697 h 18084"/>
                <a:gd name="connsiteX5" fmla="*/ 18037 w 18037"/>
                <a:gd name="connsiteY5" fmla="*/ 5281 h 18084"/>
                <a:gd name="connsiteX6" fmla="*/ 16783 w 18037"/>
                <a:gd name="connsiteY6" fmla="*/ 7102 h 18084"/>
                <a:gd name="connsiteX7" fmla="*/ 17430 w 18037"/>
                <a:gd name="connsiteY7" fmla="*/ 8886 h 18084"/>
                <a:gd name="connsiteX8" fmla="*/ 16355 w 18037"/>
                <a:gd name="connsiteY8" fmla="*/ 10977 h 18084"/>
                <a:gd name="connsiteX9" fmla="*/ 17150 w 18037"/>
                <a:gd name="connsiteY9" fmla="*/ 13515 h 18084"/>
                <a:gd name="connsiteX10" fmla="*/ 15437 w 18037"/>
                <a:gd name="connsiteY10" fmla="*/ 14529 h 18084"/>
                <a:gd name="connsiteX11" fmla="*/ 13215 w 18037"/>
                <a:gd name="connsiteY11" fmla="*/ 15253 h 18084"/>
                <a:gd name="connsiteX12" fmla="*/ 12132 w 18037"/>
                <a:gd name="connsiteY12" fmla="*/ 16897 h 18084"/>
                <a:gd name="connsiteX13" fmla="*/ 9885 w 18037"/>
                <a:gd name="connsiteY13" fmla="*/ 16725 h 18084"/>
                <a:gd name="connsiteX14" fmla="*/ 8614 w 18037"/>
                <a:gd name="connsiteY14" fmla="*/ 17830 h 18084"/>
                <a:gd name="connsiteX15" fmla="*/ 6973 w 18037"/>
                <a:gd name="connsiteY15" fmla="*/ 17595 h 18084"/>
                <a:gd name="connsiteX16" fmla="*/ 5800 w 18037"/>
                <a:gd name="connsiteY16" fmla="*/ 16008 h 18084"/>
                <a:gd name="connsiteX17" fmla="*/ 3618 w 18037"/>
                <a:gd name="connsiteY17" fmla="*/ 18084 h 18084"/>
                <a:gd name="connsiteX18" fmla="*/ 2130 w 18037"/>
                <a:gd name="connsiteY18" fmla="*/ 15370 h 18084"/>
                <a:gd name="connsiteX19" fmla="*/ 17 w 18037"/>
                <a:gd name="connsiteY19" fmla="*/ 15170 h 18084"/>
                <a:gd name="connsiteX20" fmla="*/ 1603 w 18037"/>
                <a:gd name="connsiteY20" fmla="*/ 13253 h 18084"/>
                <a:gd name="connsiteX21" fmla="*/ 660 w 18037"/>
                <a:gd name="connsiteY21" fmla="*/ 11621 h 18084"/>
                <a:gd name="connsiteX22" fmla="*/ 1229 w 18037"/>
                <a:gd name="connsiteY22" fmla="*/ 9009 h 18084"/>
                <a:gd name="connsiteX23" fmla="*/ 516 w 18037"/>
                <a:gd name="connsiteY23" fmla="*/ 6404 h 18084"/>
                <a:gd name="connsiteX24" fmla="*/ 2605 w 18037"/>
                <a:gd name="connsiteY24" fmla="*/ 4982 h 18084"/>
                <a:gd name="connsiteX25" fmla="*/ 3061 w 18037"/>
                <a:gd name="connsiteY25" fmla="*/ 1747 h 18084"/>
                <a:gd name="connsiteX26" fmla="*/ 6425 w 18037"/>
                <a:gd name="connsiteY26" fmla="*/ 3260 h 18084"/>
                <a:gd name="connsiteX27" fmla="*/ 8015 w 18037"/>
                <a:gd name="connsiteY27" fmla="*/ 1014 h 18084"/>
                <a:gd name="connsiteX28" fmla="*/ 9735 w 18037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049 w 17956"/>
                <a:gd name="connsiteY18" fmla="*/ 15370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  <a:gd name="connsiteX0" fmla="*/ 9654 w 17956"/>
                <a:gd name="connsiteY0" fmla="*/ 2225 h 18084"/>
                <a:gd name="connsiteX1" fmla="*/ 12492 w 17956"/>
                <a:gd name="connsiteY1" fmla="*/ 0 h 18084"/>
                <a:gd name="connsiteX2" fmla="*/ 13390 w 17956"/>
                <a:gd name="connsiteY2" fmla="*/ 1902 h 18084"/>
                <a:gd name="connsiteX3" fmla="*/ 15067 w 17956"/>
                <a:gd name="connsiteY3" fmla="*/ 1737 h 18084"/>
                <a:gd name="connsiteX4" fmla="*/ 16285 w 17956"/>
                <a:gd name="connsiteY4" fmla="*/ 3697 h 18084"/>
                <a:gd name="connsiteX5" fmla="*/ 17956 w 17956"/>
                <a:gd name="connsiteY5" fmla="*/ 5281 h 18084"/>
                <a:gd name="connsiteX6" fmla="*/ 16702 w 17956"/>
                <a:gd name="connsiteY6" fmla="*/ 7102 h 18084"/>
                <a:gd name="connsiteX7" fmla="*/ 17349 w 17956"/>
                <a:gd name="connsiteY7" fmla="*/ 8886 h 18084"/>
                <a:gd name="connsiteX8" fmla="*/ 16274 w 17956"/>
                <a:gd name="connsiteY8" fmla="*/ 10977 h 18084"/>
                <a:gd name="connsiteX9" fmla="*/ 17069 w 17956"/>
                <a:gd name="connsiteY9" fmla="*/ 13515 h 18084"/>
                <a:gd name="connsiteX10" fmla="*/ 15356 w 17956"/>
                <a:gd name="connsiteY10" fmla="*/ 14529 h 18084"/>
                <a:gd name="connsiteX11" fmla="*/ 13134 w 17956"/>
                <a:gd name="connsiteY11" fmla="*/ 15253 h 18084"/>
                <a:gd name="connsiteX12" fmla="*/ 12051 w 17956"/>
                <a:gd name="connsiteY12" fmla="*/ 16897 h 18084"/>
                <a:gd name="connsiteX13" fmla="*/ 9804 w 17956"/>
                <a:gd name="connsiteY13" fmla="*/ 16725 h 18084"/>
                <a:gd name="connsiteX14" fmla="*/ 8533 w 17956"/>
                <a:gd name="connsiteY14" fmla="*/ 17830 h 18084"/>
                <a:gd name="connsiteX15" fmla="*/ 6892 w 17956"/>
                <a:gd name="connsiteY15" fmla="*/ 17595 h 18084"/>
                <a:gd name="connsiteX16" fmla="*/ 5719 w 17956"/>
                <a:gd name="connsiteY16" fmla="*/ 16008 h 18084"/>
                <a:gd name="connsiteX17" fmla="*/ 3537 w 17956"/>
                <a:gd name="connsiteY17" fmla="*/ 18084 h 18084"/>
                <a:gd name="connsiteX18" fmla="*/ 2324 w 17956"/>
                <a:gd name="connsiteY18" fmla="*/ 16518 h 18084"/>
                <a:gd name="connsiteX19" fmla="*/ 1007 w 17956"/>
                <a:gd name="connsiteY19" fmla="*/ 15026 h 18084"/>
                <a:gd name="connsiteX20" fmla="*/ 1522 w 17956"/>
                <a:gd name="connsiteY20" fmla="*/ 13253 h 18084"/>
                <a:gd name="connsiteX21" fmla="*/ 579 w 17956"/>
                <a:gd name="connsiteY21" fmla="*/ 11621 h 18084"/>
                <a:gd name="connsiteX22" fmla="*/ 1148 w 17956"/>
                <a:gd name="connsiteY22" fmla="*/ 9009 h 18084"/>
                <a:gd name="connsiteX23" fmla="*/ 435 w 17956"/>
                <a:gd name="connsiteY23" fmla="*/ 6404 h 18084"/>
                <a:gd name="connsiteX24" fmla="*/ 2524 w 17956"/>
                <a:gd name="connsiteY24" fmla="*/ 4982 h 18084"/>
                <a:gd name="connsiteX25" fmla="*/ 2980 w 17956"/>
                <a:gd name="connsiteY25" fmla="*/ 1747 h 18084"/>
                <a:gd name="connsiteX26" fmla="*/ 6344 w 17956"/>
                <a:gd name="connsiteY26" fmla="*/ 3260 h 18084"/>
                <a:gd name="connsiteX27" fmla="*/ 7934 w 17956"/>
                <a:gd name="connsiteY27" fmla="*/ 1014 h 18084"/>
                <a:gd name="connsiteX28" fmla="*/ 9654 w 17956"/>
                <a:gd name="connsiteY28" fmla="*/ 2225 h 1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956" h="18084">
                  <a:moveTo>
                    <a:pt x="9654" y="2225"/>
                  </a:moveTo>
                  <a:cubicBezTo>
                    <a:pt x="10600" y="1483"/>
                    <a:pt x="11209" y="96"/>
                    <a:pt x="12492" y="0"/>
                  </a:cubicBezTo>
                  <a:cubicBezTo>
                    <a:pt x="13291" y="1244"/>
                    <a:pt x="13141" y="12"/>
                    <a:pt x="13390" y="1902"/>
                  </a:cubicBezTo>
                  <a:lnTo>
                    <a:pt x="15067" y="1737"/>
                  </a:lnTo>
                  <a:cubicBezTo>
                    <a:pt x="16034" y="2809"/>
                    <a:pt x="14615" y="2984"/>
                    <a:pt x="16285" y="3697"/>
                  </a:cubicBezTo>
                  <a:cubicBezTo>
                    <a:pt x="17709" y="3927"/>
                    <a:pt x="16777" y="5016"/>
                    <a:pt x="17956" y="5281"/>
                  </a:cubicBezTo>
                  <a:cubicBezTo>
                    <a:pt x="15806" y="6523"/>
                    <a:pt x="17628" y="6003"/>
                    <a:pt x="16702" y="7102"/>
                  </a:cubicBezTo>
                  <a:cubicBezTo>
                    <a:pt x="16416" y="7887"/>
                    <a:pt x="16870" y="7850"/>
                    <a:pt x="17349" y="8886"/>
                  </a:cubicBezTo>
                  <a:cubicBezTo>
                    <a:pt x="16688" y="9692"/>
                    <a:pt x="16017" y="9884"/>
                    <a:pt x="16274" y="10977"/>
                  </a:cubicBezTo>
                  <a:lnTo>
                    <a:pt x="17069" y="13515"/>
                  </a:lnTo>
                  <a:cubicBezTo>
                    <a:pt x="15565" y="14236"/>
                    <a:pt x="16768" y="14956"/>
                    <a:pt x="15356" y="14529"/>
                  </a:cubicBezTo>
                  <a:cubicBezTo>
                    <a:pt x="15457" y="15536"/>
                    <a:pt x="14012" y="14282"/>
                    <a:pt x="13134" y="15253"/>
                  </a:cubicBezTo>
                  <a:cubicBezTo>
                    <a:pt x="12213" y="14775"/>
                    <a:pt x="13523" y="16299"/>
                    <a:pt x="12051" y="16897"/>
                  </a:cubicBezTo>
                  <a:cubicBezTo>
                    <a:pt x="10822" y="17292"/>
                    <a:pt x="11440" y="17579"/>
                    <a:pt x="9804" y="16725"/>
                  </a:cubicBezTo>
                  <a:cubicBezTo>
                    <a:pt x="9040" y="16593"/>
                    <a:pt x="9786" y="17747"/>
                    <a:pt x="8533" y="17830"/>
                  </a:cubicBezTo>
                  <a:cubicBezTo>
                    <a:pt x="8142" y="18611"/>
                    <a:pt x="8415" y="17065"/>
                    <a:pt x="6892" y="17595"/>
                  </a:cubicBezTo>
                  <a:lnTo>
                    <a:pt x="5719" y="16008"/>
                  </a:lnTo>
                  <a:cubicBezTo>
                    <a:pt x="4992" y="16700"/>
                    <a:pt x="5457" y="17320"/>
                    <a:pt x="3537" y="18084"/>
                  </a:cubicBezTo>
                  <a:cubicBezTo>
                    <a:pt x="2582" y="17179"/>
                    <a:pt x="2484" y="17638"/>
                    <a:pt x="2324" y="16518"/>
                  </a:cubicBezTo>
                  <a:lnTo>
                    <a:pt x="1007" y="15026"/>
                  </a:lnTo>
                  <a:cubicBezTo>
                    <a:pt x="832" y="13921"/>
                    <a:pt x="993" y="13892"/>
                    <a:pt x="1522" y="13253"/>
                  </a:cubicBezTo>
                  <a:cubicBezTo>
                    <a:pt x="1086" y="11776"/>
                    <a:pt x="771" y="12524"/>
                    <a:pt x="579" y="11621"/>
                  </a:cubicBezTo>
                  <a:cubicBezTo>
                    <a:pt x="575" y="9507"/>
                    <a:pt x="846" y="10262"/>
                    <a:pt x="1148" y="9009"/>
                  </a:cubicBezTo>
                  <a:cubicBezTo>
                    <a:pt x="931" y="7328"/>
                    <a:pt x="-786" y="7475"/>
                    <a:pt x="435" y="6404"/>
                  </a:cubicBezTo>
                  <a:cubicBezTo>
                    <a:pt x="1835" y="6253"/>
                    <a:pt x="1777" y="5994"/>
                    <a:pt x="2524" y="4982"/>
                  </a:cubicBezTo>
                  <a:cubicBezTo>
                    <a:pt x="2581" y="3824"/>
                    <a:pt x="2352" y="2474"/>
                    <a:pt x="2980" y="1747"/>
                  </a:cubicBezTo>
                  <a:cubicBezTo>
                    <a:pt x="4336" y="1701"/>
                    <a:pt x="5008" y="3067"/>
                    <a:pt x="6344" y="3260"/>
                  </a:cubicBezTo>
                  <a:cubicBezTo>
                    <a:pt x="7510" y="2408"/>
                    <a:pt x="6972" y="2129"/>
                    <a:pt x="7934" y="1014"/>
                  </a:cubicBezTo>
                  <a:cubicBezTo>
                    <a:pt x="8793" y="916"/>
                    <a:pt x="9081" y="1821"/>
                    <a:pt x="9654" y="222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CFFCFF"/>
                </a:gs>
                <a:gs pos="94000">
                  <a:srgbClr val="040175"/>
                </a:gs>
                <a:gs pos="34000">
                  <a:srgbClr val="F172E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DD04E6-81A7-4D7C-8C86-149B5AD022AE}"/>
              </a:ext>
            </a:extLst>
          </p:cNvPr>
          <p:cNvCxnSpPr>
            <a:cxnSpLocks/>
          </p:cNvCxnSpPr>
          <p:nvPr/>
        </p:nvCxnSpPr>
        <p:spPr>
          <a:xfrm flipH="1">
            <a:off x="10728960" y="1884680"/>
            <a:ext cx="414571" cy="741680"/>
          </a:xfrm>
          <a:prstGeom prst="straightConnector1">
            <a:avLst/>
          </a:prstGeom>
          <a:ln w="73025">
            <a:solidFill>
              <a:srgbClr val="DA19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9CC3F7A-4140-4726-937A-C53151AF8708}"/>
              </a:ext>
            </a:extLst>
          </p:cNvPr>
          <p:cNvSpPr/>
          <p:nvPr/>
        </p:nvSpPr>
        <p:spPr>
          <a:xfrm>
            <a:off x="106680" y="1941002"/>
            <a:ext cx="4045082" cy="4045082"/>
          </a:xfrm>
          <a:prstGeom prst="ellipse">
            <a:avLst/>
          </a:prstGeom>
          <a:gradFill flip="none" rotWithShape="0">
            <a:gsLst>
              <a:gs pos="46000">
                <a:srgbClr val="C3F3FF"/>
              </a:gs>
              <a:gs pos="76000">
                <a:srgbClr val="75A7C9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42BE46-BA65-4B5D-A355-A97B768CF948}"/>
              </a:ext>
            </a:extLst>
          </p:cNvPr>
          <p:cNvGrpSpPr/>
          <p:nvPr/>
        </p:nvGrpSpPr>
        <p:grpSpPr>
          <a:xfrm rot="2386900">
            <a:off x="4812898" y="6297092"/>
            <a:ext cx="479342" cy="479326"/>
            <a:chOff x="6893731" y="5262836"/>
            <a:chExt cx="1483454" cy="14834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627C04C-FBAA-48B7-ADC8-0C9C5AF187F9}"/>
                </a:ext>
              </a:extLst>
            </p:cNvPr>
            <p:cNvSpPr/>
            <p:nvPr/>
          </p:nvSpPr>
          <p:spPr>
            <a:xfrm rot="3196141">
              <a:off x="6893778" y="5262879"/>
              <a:ext cx="1483360" cy="1483360"/>
            </a:xfrm>
            <a:prstGeom prst="ellipse">
              <a:avLst/>
            </a:prstGeom>
            <a:gradFill flip="none" rotWithShape="1">
              <a:gsLst>
                <a:gs pos="44000">
                  <a:srgbClr val="FFC56D"/>
                </a:gs>
                <a:gs pos="100000">
                  <a:srgbClr val="CAB69F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3F6FB05-E45F-4DE1-8D92-B62544B94E57}"/>
                </a:ext>
              </a:extLst>
            </p:cNvPr>
            <p:cNvSpPr/>
            <p:nvPr/>
          </p:nvSpPr>
          <p:spPr>
            <a:xfrm>
              <a:off x="6893735" y="5262836"/>
              <a:ext cx="1483450" cy="1246355"/>
            </a:xfrm>
            <a:custGeom>
              <a:avLst/>
              <a:gdLst>
                <a:gd name="connsiteX0" fmla="*/ 706258 w 1483450"/>
                <a:gd name="connsiteY0" fmla="*/ 819 h 1246355"/>
                <a:gd name="connsiteX1" fmla="*/ 1336146 w 1483450"/>
                <a:gd name="connsiteY1" fmla="*/ 298157 h 1246355"/>
                <a:gd name="connsiteX2" fmla="*/ 1296078 w 1483450"/>
                <a:gd name="connsiteY2" fmla="*/ 1234675 h 1246355"/>
                <a:gd name="connsiteX3" fmla="*/ 1283326 w 1483450"/>
                <a:gd name="connsiteY3" fmla="*/ 1246355 h 1246355"/>
                <a:gd name="connsiteX4" fmla="*/ 1277271 w 1483450"/>
                <a:gd name="connsiteY4" fmla="*/ 1228219 h 1246355"/>
                <a:gd name="connsiteX5" fmla="*/ 1214421 w 1483450"/>
                <a:gd name="connsiteY5" fmla="*/ 1005885 h 1246355"/>
                <a:gd name="connsiteX6" fmla="*/ 1168701 w 1483450"/>
                <a:gd name="connsiteY6" fmla="*/ 553765 h 1246355"/>
                <a:gd name="connsiteX7" fmla="*/ 929941 w 1483450"/>
                <a:gd name="connsiteY7" fmla="*/ 284525 h 1246355"/>
                <a:gd name="connsiteX8" fmla="*/ 620061 w 1483450"/>
                <a:gd name="connsiteY8" fmla="*/ 452165 h 1246355"/>
                <a:gd name="connsiteX9" fmla="*/ 416861 w 1483450"/>
                <a:gd name="connsiteY9" fmla="*/ 645205 h 1246355"/>
                <a:gd name="connsiteX10" fmla="*/ 294941 w 1483450"/>
                <a:gd name="connsiteY10" fmla="*/ 955085 h 1246355"/>
                <a:gd name="connsiteX11" fmla="*/ 128572 w 1483450"/>
                <a:gd name="connsiteY11" fmla="*/ 1094468 h 1246355"/>
                <a:gd name="connsiteX12" fmla="*/ 103623 w 1483450"/>
                <a:gd name="connsiteY12" fmla="*/ 1112522 h 1246355"/>
                <a:gd name="connsiteX13" fmla="*/ 69986 w 1483450"/>
                <a:gd name="connsiteY13" fmla="*/ 1056485 h 1246355"/>
                <a:gd name="connsiteX14" fmla="*/ 298157 w 1483450"/>
                <a:gd name="connsiteY14" fmla="*/ 147304 h 1246355"/>
                <a:gd name="connsiteX15" fmla="*/ 706258 w 1483450"/>
                <a:gd name="connsiteY15" fmla="*/ 819 h 124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3450" h="1246355">
                  <a:moveTo>
                    <a:pt x="706258" y="819"/>
                  </a:moveTo>
                  <a:cubicBezTo>
                    <a:pt x="944088" y="-10350"/>
                    <a:pt x="1183036" y="92976"/>
                    <a:pt x="1336146" y="298157"/>
                  </a:cubicBezTo>
                  <a:cubicBezTo>
                    <a:pt x="1550501" y="585411"/>
                    <a:pt x="1525585" y="977121"/>
                    <a:pt x="1296078" y="1234675"/>
                  </a:cubicBezTo>
                  <a:lnTo>
                    <a:pt x="1283326" y="1246355"/>
                  </a:lnTo>
                  <a:lnTo>
                    <a:pt x="1277271" y="1228219"/>
                  </a:lnTo>
                  <a:cubicBezTo>
                    <a:pt x="1252005" y="1147292"/>
                    <a:pt x="1230296" y="1063670"/>
                    <a:pt x="1214421" y="1005885"/>
                  </a:cubicBezTo>
                  <a:cubicBezTo>
                    <a:pt x="1172088" y="851792"/>
                    <a:pt x="1216114" y="673992"/>
                    <a:pt x="1168701" y="553765"/>
                  </a:cubicBezTo>
                  <a:cubicBezTo>
                    <a:pt x="1121288" y="433538"/>
                    <a:pt x="1021381" y="301458"/>
                    <a:pt x="929941" y="284525"/>
                  </a:cubicBezTo>
                  <a:cubicBezTo>
                    <a:pt x="838501" y="267592"/>
                    <a:pt x="705574" y="392052"/>
                    <a:pt x="620061" y="452165"/>
                  </a:cubicBezTo>
                  <a:cubicBezTo>
                    <a:pt x="534548" y="512278"/>
                    <a:pt x="471048" y="561385"/>
                    <a:pt x="416861" y="645205"/>
                  </a:cubicBezTo>
                  <a:cubicBezTo>
                    <a:pt x="362674" y="729025"/>
                    <a:pt x="365214" y="859412"/>
                    <a:pt x="294941" y="955085"/>
                  </a:cubicBezTo>
                  <a:cubicBezTo>
                    <a:pt x="259805" y="1002922"/>
                    <a:pt x="191437" y="1049912"/>
                    <a:pt x="128572" y="1094468"/>
                  </a:cubicBezTo>
                  <a:lnTo>
                    <a:pt x="103623" y="1112522"/>
                  </a:lnTo>
                  <a:lnTo>
                    <a:pt x="69986" y="1056485"/>
                  </a:lnTo>
                  <a:cubicBezTo>
                    <a:pt x="-76713" y="744256"/>
                    <a:pt x="10904" y="361658"/>
                    <a:pt x="298157" y="147304"/>
                  </a:cubicBezTo>
                  <a:cubicBezTo>
                    <a:pt x="421266" y="55438"/>
                    <a:pt x="563561" y="7519"/>
                    <a:pt x="706258" y="819"/>
                  </a:cubicBezTo>
                  <a:close/>
                </a:path>
              </a:pathLst>
            </a:custGeom>
            <a:solidFill>
              <a:srgbClr val="FFA8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2B6B296-70C2-4B9F-8D51-31847ED11B9C}"/>
                </a:ext>
              </a:extLst>
            </p:cNvPr>
            <p:cNvSpPr/>
            <p:nvPr/>
          </p:nvSpPr>
          <p:spPr>
            <a:xfrm>
              <a:off x="6893731" y="5694673"/>
              <a:ext cx="677165" cy="803821"/>
            </a:xfrm>
            <a:custGeom>
              <a:avLst/>
              <a:gdLst>
                <a:gd name="connsiteX0" fmla="*/ 289866 w 677165"/>
                <a:gd name="connsiteY0" fmla="*/ 7 h 803821"/>
                <a:gd name="connsiteX1" fmla="*/ 614986 w 677165"/>
                <a:gd name="connsiteY1" fmla="*/ 116847 h 803821"/>
                <a:gd name="connsiteX2" fmla="*/ 533706 w 677165"/>
                <a:gd name="connsiteY2" fmla="*/ 294647 h 803821"/>
                <a:gd name="connsiteX3" fmla="*/ 675946 w 677165"/>
                <a:gd name="connsiteY3" fmla="*/ 457207 h 803821"/>
                <a:gd name="connsiteX4" fmla="*/ 437186 w 677165"/>
                <a:gd name="connsiteY4" fmla="*/ 604527 h 803821"/>
                <a:gd name="connsiteX5" fmla="*/ 620066 w 677165"/>
                <a:gd name="connsiteY5" fmla="*/ 767087 h 803821"/>
                <a:gd name="connsiteX6" fmla="*/ 269546 w 677165"/>
                <a:gd name="connsiteY6" fmla="*/ 797567 h 803821"/>
                <a:gd name="connsiteX7" fmla="*/ 175765 w 677165"/>
                <a:gd name="connsiteY7" fmla="*/ 769588 h 803821"/>
                <a:gd name="connsiteX8" fmla="*/ 152064 w 677165"/>
                <a:gd name="connsiteY8" fmla="*/ 758651 h 803821"/>
                <a:gd name="connsiteX9" fmla="*/ 147305 w 677165"/>
                <a:gd name="connsiteY9" fmla="*/ 753455 h 803821"/>
                <a:gd name="connsiteX10" fmla="*/ 41566 w 677165"/>
                <a:gd name="connsiteY10" fmla="*/ 64987 h 803821"/>
                <a:gd name="connsiteX11" fmla="*/ 41662 w 677165"/>
                <a:gd name="connsiteY11" fmla="*/ 64778 h 803821"/>
                <a:gd name="connsiteX12" fmla="*/ 94683 w 677165"/>
                <a:gd name="connsiteY12" fmla="*/ 100655 h 803821"/>
                <a:gd name="connsiteX13" fmla="*/ 152706 w 677165"/>
                <a:gd name="connsiteY13" fmla="*/ 121927 h 803821"/>
                <a:gd name="connsiteX14" fmla="*/ 289866 w 677165"/>
                <a:gd name="connsiteY14" fmla="*/ 7 h 80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77165" h="803821">
                  <a:moveTo>
                    <a:pt x="289866" y="7"/>
                  </a:moveTo>
                  <a:cubicBezTo>
                    <a:pt x="366913" y="-840"/>
                    <a:pt x="574346" y="67740"/>
                    <a:pt x="614986" y="116847"/>
                  </a:cubicBezTo>
                  <a:cubicBezTo>
                    <a:pt x="655626" y="165954"/>
                    <a:pt x="523546" y="237920"/>
                    <a:pt x="533706" y="294647"/>
                  </a:cubicBezTo>
                  <a:cubicBezTo>
                    <a:pt x="543866" y="351374"/>
                    <a:pt x="692033" y="405560"/>
                    <a:pt x="675946" y="457207"/>
                  </a:cubicBezTo>
                  <a:cubicBezTo>
                    <a:pt x="659859" y="508854"/>
                    <a:pt x="446499" y="552880"/>
                    <a:pt x="437186" y="604527"/>
                  </a:cubicBezTo>
                  <a:cubicBezTo>
                    <a:pt x="427873" y="656174"/>
                    <a:pt x="648006" y="734914"/>
                    <a:pt x="620066" y="767087"/>
                  </a:cubicBezTo>
                  <a:cubicBezTo>
                    <a:pt x="592126" y="799260"/>
                    <a:pt x="384693" y="812807"/>
                    <a:pt x="269546" y="797567"/>
                  </a:cubicBezTo>
                  <a:cubicBezTo>
                    <a:pt x="240760" y="793757"/>
                    <a:pt x="208639" y="783121"/>
                    <a:pt x="175765" y="769588"/>
                  </a:cubicBezTo>
                  <a:lnTo>
                    <a:pt x="152064" y="758651"/>
                  </a:lnTo>
                  <a:lnTo>
                    <a:pt x="147305" y="753455"/>
                  </a:lnTo>
                  <a:cubicBezTo>
                    <a:pt x="-5805" y="548274"/>
                    <a:pt x="-36839" y="289799"/>
                    <a:pt x="41566" y="64987"/>
                  </a:cubicBezTo>
                  <a:lnTo>
                    <a:pt x="41662" y="64778"/>
                  </a:lnTo>
                  <a:lnTo>
                    <a:pt x="94683" y="100655"/>
                  </a:lnTo>
                  <a:cubicBezTo>
                    <a:pt x="116458" y="113937"/>
                    <a:pt x="136408" y="122986"/>
                    <a:pt x="152706" y="121927"/>
                  </a:cubicBezTo>
                  <a:cubicBezTo>
                    <a:pt x="217899" y="117694"/>
                    <a:pt x="212819" y="854"/>
                    <a:pt x="289866" y="7"/>
                  </a:cubicBezTo>
                  <a:close/>
                </a:path>
              </a:pathLst>
            </a:custGeom>
            <a:solidFill>
              <a:srgbClr val="975F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1C5188-9F16-4616-B67E-F7A7A1ED0E39}"/>
                </a:ext>
              </a:extLst>
            </p:cNvPr>
            <p:cNvSpPr/>
            <p:nvPr/>
          </p:nvSpPr>
          <p:spPr>
            <a:xfrm rot="3196141">
              <a:off x="6893780" y="5262857"/>
              <a:ext cx="1483360" cy="1483360"/>
            </a:xfrm>
            <a:prstGeom prst="ellipse">
              <a:avLst/>
            </a:prstGeom>
            <a:gradFill flip="none" rotWithShape="1">
              <a:gsLst>
                <a:gs pos="8000">
                  <a:srgbClr val="FFC56D">
                    <a:alpha val="18000"/>
                  </a:srgbClr>
                </a:gs>
                <a:gs pos="100000">
                  <a:srgbClr val="FAD8A7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1BE8D5-ABF3-4EEA-8037-1EA6062580E3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3559373" y="5393695"/>
            <a:ext cx="1246044" cy="1018319"/>
          </a:xfrm>
          <a:prstGeom prst="straightConnector1">
            <a:avLst/>
          </a:prstGeom>
          <a:ln w="73025">
            <a:solidFill>
              <a:srgbClr val="DA19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91FA820-341E-4603-AF7F-8C2F233713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2CDE72B3-A58F-4996-A7ED-BCA6CF6B9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" y="948761"/>
            <a:ext cx="6347908" cy="5597673"/>
          </a:xfrm>
          <a:custGeom>
            <a:avLst/>
            <a:gdLst>
              <a:gd name="connsiteX0" fmla="*/ 787416 w 11190513"/>
              <a:gd name="connsiteY0" fmla="*/ 0 h 4724400"/>
              <a:gd name="connsiteX1" fmla="*/ 10403097 w 11190513"/>
              <a:gd name="connsiteY1" fmla="*/ 0 h 4724400"/>
              <a:gd name="connsiteX2" fmla="*/ 11190513 w 11190513"/>
              <a:gd name="connsiteY2" fmla="*/ 787416 h 4724400"/>
              <a:gd name="connsiteX3" fmla="*/ 11190513 w 11190513"/>
              <a:gd name="connsiteY3" fmla="*/ 3936984 h 4724400"/>
              <a:gd name="connsiteX4" fmla="*/ 10403097 w 11190513"/>
              <a:gd name="connsiteY4" fmla="*/ 4724400 h 4724400"/>
              <a:gd name="connsiteX5" fmla="*/ 787416 w 11190513"/>
              <a:gd name="connsiteY5" fmla="*/ 4724400 h 4724400"/>
              <a:gd name="connsiteX6" fmla="*/ 0 w 11190513"/>
              <a:gd name="connsiteY6" fmla="*/ 3936984 h 4724400"/>
              <a:gd name="connsiteX7" fmla="*/ 0 w 11190513"/>
              <a:gd name="connsiteY7" fmla="*/ 787416 h 4724400"/>
              <a:gd name="connsiteX8" fmla="*/ 787416 w 11190513"/>
              <a:gd name="connsiteY8" fmla="*/ 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90513" h="4724400">
                <a:moveTo>
                  <a:pt x="787416" y="0"/>
                </a:moveTo>
                <a:lnTo>
                  <a:pt x="10403097" y="0"/>
                </a:lnTo>
                <a:cubicBezTo>
                  <a:pt x="10837975" y="0"/>
                  <a:pt x="11190513" y="352538"/>
                  <a:pt x="11190513" y="787416"/>
                </a:cubicBezTo>
                <a:lnTo>
                  <a:pt x="11190513" y="3936984"/>
                </a:lnTo>
                <a:cubicBezTo>
                  <a:pt x="11190513" y="4371862"/>
                  <a:pt x="10837975" y="4724400"/>
                  <a:pt x="10403097" y="4724400"/>
                </a:cubicBezTo>
                <a:lnTo>
                  <a:pt x="787416" y="4724400"/>
                </a:lnTo>
                <a:cubicBezTo>
                  <a:pt x="352538" y="4724400"/>
                  <a:pt x="0" y="4371862"/>
                  <a:pt x="0" y="3936984"/>
                </a:cubicBezTo>
                <a:lnTo>
                  <a:pt x="0" y="787416"/>
                </a:lnTo>
                <a:cubicBezTo>
                  <a:pt x="0" y="352538"/>
                  <a:pt x="352538" y="0"/>
                  <a:pt x="787416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Файлы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compress.h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и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uncompress.h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это заголовочные файлы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,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подключающие все нужные возможности 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C++,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а также библиотеку 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zlib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. </a:t>
            </a:r>
          </a:p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compress.cpp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содержит основной код архиватора, в котором:</a:t>
            </a:r>
          </a:p>
          <a:p>
            <a:pPr marL="457200" indent="-457200" algn="l">
              <a:lnSpc>
                <a:spcPct val="80000"/>
              </a:lnSpc>
              <a:spcBef>
                <a:spcPts val="300"/>
              </a:spcBef>
              <a:buFont typeface="+mj-lt"/>
              <a:buAutoNum type="arabicParenR"/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Подключается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compress.h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lnSpc>
                <a:spcPct val="80000"/>
              </a:lnSpc>
              <a:spcBef>
                <a:spcPts val="300"/>
              </a:spcBef>
              <a:buFont typeface="+mj-lt"/>
              <a:buAutoNum type="arabicParenR"/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Создается основная функция сжатия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compressFiles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, которая читает исходные файлы побайтово, сжимает их через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zlib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и запаковывает в архив вместе с нужной для распаковки информацией. Также добавлены некоторые проверки на ошибки;</a:t>
            </a:r>
          </a:p>
          <a:p>
            <a:pPr marL="457200" indent="-457200" algn="l">
              <a:lnSpc>
                <a:spcPct val="80000"/>
              </a:lnSpc>
              <a:spcBef>
                <a:spcPts val="300"/>
              </a:spcBef>
              <a:buFont typeface="+mj-lt"/>
              <a:buAutoNum type="arabicParenR"/>
            </a:pP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Создается функция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main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, которая проверяет количество аргументов и вызывает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" panose="020B0504030602030204" pitchFamily="34" charset="0"/>
              </a:rPr>
              <a:t>compressFiles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.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2B11C10E-27E6-46EB-B1E1-3EA8A875CAF4}"/>
              </a:ext>
            </a:extLst>
          </p:cNvPr>
          <p:cNvSpPr txBox="1">
            <a:spLocks/>
          </p:cNvSpPr>
          <p:nvPr/>
        </p:nvSpPr>
        <p:spPr>
          <a:xfrm>
            <a:off x="6525858" y="948761"/>
            <a:ext cx="5481165" cy="5597673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Распаковщик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(uncompress.cpp)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работает по схожему принципу с архиватором, но в обратную сторону.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</a:t>
            </a: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buntu Light" panose="020B0304030602030204" pitchFamily="34" charset="0"/>
            </a:endParaRPr>
          </a:p>
          <a:p>
            <a:pPr algn="l"/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buntu Light" panose="020B0304030602030204" pitchFamily="34" charset="0"/>
            </a:endParaRPr>
          </a:p>
          <a:p>
            <a:pPr algn="l"/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Архив читается последовательно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,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по определенному количеству байтов за раз. Это позволяет достать нужную информацию из архива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(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имена файлов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, 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исходный размер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,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buntu Light" panose="020B0304030602030204" pitchFamily="34" charset="0"/>
              </a:rPr>
              <a:t> сжатый размер и т.д.) и продолжить чтение дальше с того же места. Распаковка файлов последовательная.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565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50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Создание программы-архиватора</a:t>
            </a:r>
            <a:endParaRPr lang="en-US" sz="5000" dirty="0">
              <a:gradFill>
                <a:gsLst>
                  <a:gs pos="6000">
                    <a:srgbClr val="247277"/>
                  </a:gs>
                  <a:gs pos="68000">
                    <a:srgbClr val="F8A268"/>
                  </a:gs>
                </a:gsLst>
                <a:lin ang="6000000" scaled="0"/>
              </a:gra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0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rgbClr val="330E3F"/>
            </a:gs>
            <a:gs pos="89000">
              <a:srgbClr val="FFA946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7447280" cy="135127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Настройка </a:t>
            </a:r>
            <a:r>
              <a:rPr lang="en-US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CMake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FEED5526-9A76-406C-8473-D70FED53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226" y="1087120"/>
            <a:ext cx="11877774" cy="5770878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en-US" sz="26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600" dirty="0">
                <a:solidFill>
                  <a:schemeClr val="bg1"/>
                </a:solidFill>
                <a:latin typeface="Ubuntu Light" panose="020B0304030602030204" pitchFamily="34" charset="0"/>
              </a:rPr>
              <a:t>За сборку проекта с </a:t>
            </a:r>
            <a:r>
              <a:rPr lang="en-US" sz="2600" dirty="0">
                <a:solidFill>
                  <a:schemeClr val="bg1"/>
                </a:solidFill>
                <a:latin typeface="Ubuntu Light" panose="020B0304030602030204" pitchFamily="34" charset="0"/>
              </a:rPr>
              <a:t>CMake </a:t>
            </a:r>
            <a:r>
              <a:rPr lang="ru-RU" sz="2600" dirty="0">
                <a:solidFill>
                  <a:schemeClr val="bg1"/>
                </a:solidFill>
                <a:latin typeface="Ubuntu Light" panose="020B0304030602030204" pitchFamily="34" charset="0"/>
              </a:rPr>
              <a:t>отвечает конфигурационный файл</a:t>
            </a:r>
            <a:r>
              <a:rPr lang="en-US" sz="26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600" b="1" dirty="0">
                <a:solidFill>
                  <a:schemeClr val="bg1"/>
                </a:solidFill>
                <a:latin typeface="Ubuntu" panose="020B0504030602030204" pitchFamily="34" charset="0"/>
              </a:rPr>
              <a:t>CMakeLists.txt</a:t>
            </a:r>
            <a:r>
              <a:rPr lang="ru-RU" sz="2600" dirty="0">
                <a:solidFill>
                  <a:schemeClr val="bg1"/>
                </a:solidFill>
                <a:latin typeface="Ubuntu Light" panose="020B0304030602030204" pitchFamily="34" charset="0"/>
              </a:rPr>
              <a:t>:</a:t>
            </a:r>
          </a:p>
        </p:txBody>
      </p:sp>
      <p:pic>
        <p:nvPicPr>
          <p:cNvPr id="12" name="Image2">
            <a:extLst>
              <a:ext uri="{FF2B5EF4-FFF2-40B4-BE49-F238E27FC236}">
                <a16:creationId xmlns:a16="http://schemas.microsoft.com/office/drawing/2014/main" id="{24B2BEBE-69E3-43DD-88F6-9F67F5BEFE30}"/>
              </a:ext>
            </a:extLst>
          </p:cNvPr>
          <p:cNvPicPr/>
          <p:nvPr/>
        </p:nvPicPr>
        <p:blipFill rotWithShape="1">
          <a:blip r:embed="rId2"/>
          <a:srcRect t="7542" r="17757" b="11500"/>
          <a:stretch/>
        </p:blipFill>
        <p:spPr bwMode="auto">
          <a:xfrm>
            <a:off x="304057" y="2200667"/>
            <a:ext cx="4968974" cy="435658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" name="Subtitle 13">
            <a:extLst>
              <a:ext uri="{FF2B5EF4-FFF2-40B4-BE49-F238E27FC236}">
                <a16:creationId xmlns:a16="http://schemas.microsoft.com/office/drawing/2014/main" id="{430A59F3-7ECA-4996-886C-C414EDE86639}"/>
              </a:ext>
            </a:extLst>
          </p:cNvPr>
          <p:cNvSpPr txBox="1">
            <a:spLocks/>
          </p:cNvSpPr>
          <p:nvPr/>
        </p:nvSpPr>
        <p:spPr>
          <a:xfrm>
            <a:off x="5074024" y="1899920"/>
            <a:ext cx="7128145" cy="4958078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noFill/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300"/>
              </a:spcBef>
              <a:buAutoNum type="arabicParenR"/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cmake_minimum_required(VERSION 4.0)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минимальную версию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требуемую для сборки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spcBef>
                <a:spcPts val="300"/>
              </a:spcBef>
              <a:buAutoNum type="arabicParenR"/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project("Zetto Archiver" VERSION 1.0 LANGUAGES CXX)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название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версию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и язык программирования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C++;</a:t>
            </a: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spcBef>
                <a:spcPts val="300"/>
              </a:spcBef>
              <a:buAutoNum type="arabicParenR"/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set(CMAKE_CXX_STANDARD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23)</a:t>
            </a:r>
          </a:p>
          <a:p>
            <a:pPr algn="l">
              <a:spcBef>
                <a:spcPts val="300"/>
              </a:spcBef>
            </a:pP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     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set(CMAKE_CXX_STANDARD_REQUIRED ON)</a:t>
            </a:r>
            <a:endParaRPr lang="ru-RU" sz="2300" b="1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>
              <a:spcBef>
                <a:spcPts val="300"/>
              </a:spcBef>
            </a:pP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     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set(CMAKE_CXX_EXTENSIONS OFF)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стандарт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C++23,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делает его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обязательным и отключает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GNU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расширения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4"/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add_compile_options(</a:t>
            </a:r>
            <a:r>
              <a:rPr lang="ru-RU" sz="2300" i="1" dirty="0">
                <a:solidFill>
                  <a:schemeClr val="bg1"/>
                </a:solidFill>
                <a:latin typeface="Ubuntu" panose="020B0504030602030204" pitchFamily="34" charset="0"/>
              </a:rPr>
              <a:t>...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)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добавляет дополнительные опции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(для полной схожести)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4815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5000">
              <a:srgbClr val="330E3F"/>
            </a:gs>
            <a:gs pos="98000">
              <a:srgbClr val="FFA845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>
            <a:extLst>
              <a:ext uri="{FF2B5EF4-FFF2-40B4-BE49-F238E27FC236}">
                <a16:creationId xmlns:a16="http://schemas.microsoft.com/office/drawing/2014/main" id="{FEED5526-9A76-406C-8473-D70FED53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180" y="879676"/>
            <a:ext cx="11929640" cy="5891514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marL="457200" indent="-457200" algn="l">
              <a:spcBef>
                <a:spcPts val="300"/>
              </a:spcBef>
              <a:buFont typeface="+mj-lt"/>
              <a:buAutoNum type="arabicParenR" startAt="5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find_package(ZLIB REQUIRED)</a:t>
            </a:r>
          </a:p>
          <a:p>
            <a:pPr algn="l">
              <a:spcBef>
                <a:spcPts val="300"/>
              </a:spcBef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       if(NOT ZLIB_FOUND)</a:t>
            </a:r>
          </a:p>
          <a:p>
            <a:pPr algn="l">
              <a:spcBef>
                <a:spcPts val="300"/>
              </a:spcBef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           message(FATAL_ERROR "</a:t>
            </a:r>
            <a:r>
              <a:rPr lang="en-US" sz="2250" i="1" dirty="0">
                <a:solidFill>
                  <a:schemeClr val="bg1"/>
                </a:solidFill>
                <a:latin typeface="Ubuntu" panose="020B0504030602030204" pitchFamily="34" charset="0"/>
              </a:rPr>
              <a:t>…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")</a:t>
            </a:r>
          </a:p>
          <a:p>
            <a:pPr algn="l">
              <a:spcBef>
                <a:spcPts val="300"/>
              </a:spcBef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       endif()</a:t>
            </a:r>
          </a:p>
          <a:p>
            <a:pPr algn="l">
              <a:spcBef>
                <a:spcPts val="300"/>
              </a:spcBef>
            </a:pP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находит и использует библиотеку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zlib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выводит ошибку если она не найдена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6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set(CMAKE_RUNTIME_OUTPUT_DIRECTORY </a:t>
            </a:r>
            <a:r>
              <a:rPr lang="en-US" sz="2250" i="1" dirty="0">
                <a:solidFill>
                  <a:schemeClr val="bg1"/>
                </a:solidFill>
                <a:latin typeface="Ubuntu" panose="020B0504030602030204" pitchFamily="34" charset="0"/>
              </a:rPr>
              <a:t>...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)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стандартную директорию для исполняемых файлов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6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set(CMAKE_BUILD_WITH_INSTALL_RPATH ON)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исправляет ошибку при сборке с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Ninja</a:t>
            </a:r>
            <a:r>
              <a:rPr lang="en-US" sz="2250" b="1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6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add_executable(compress src/compress.cpp)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добавляет правило для компиляции исполняемого файла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compress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и задает ему исходный файл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src/compress.cpp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  <a:endParaRPr lang="ru-RU" sz="225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6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target_link_libraries(compress PRIVATE ZLIB::ZLIB)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добавляет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zlib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в зависимости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compress;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6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target_include_directories(compress PRIVATE </a:t>
            </a:r>
            <a:r>
              <a:rPr lang="en-US" sz="2250" i="1" dirty="0">
                <a:solidFill>
                  <a:schemeClr val="bg1"/>
                </a:solidFill>
                <a:latin typeface="Ubuntu" panose="020B0504030602030204" pitchFamily="34" charset="0"/>
              </a:rPr>
              <a:t>…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)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путь для заголовочных файлов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zlib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для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compress</a:t>
            </a:r>
            <a:r>
              <a:rPr lang="en-US" sz="2250" b="1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6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install(TARGETS compress uncompress RUNTIME DESTINATION bin)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создает правило установки, используемое при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make install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или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ninja install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7447280" cy="8796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Настройка </a:t>
            </a:r>
            <a:r>
              <a:rPr lang="en-US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CMake</a:t>
            </a:r>
          </a:p>
        </p:txBody>
      </p:sp>
    </p:spTree>
    <p:extLst>
      <p:ext uri="{BB962C8B-B14F-4D97-AF65-F5344CB8AC3E}">
        <p14:creationId xmlns:p14="http://schemas.microsoft.com/office/powerpoint/2010/main" val="422789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42">
              <a:srgbClr val="A86221"/>
            </a:gs>
            <a:gs pos="60000">
              <a:srgbClr val="0B1635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>
            <a:extLst>
              <a:ext uri="{FF2B5EF4-FFF2-40B4-BE49-F238E27FC236}">
                <a16:creationId xmlns:a16="http://schemas.microsoft.com/office/drawing/2014/main" id="{FEED5526-9A76-406C-8473-D70FED53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180" y="1018572"/>
            <a:ext cx="11929640" cy="5752618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Для кросс-компиляции на 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x86_64 Microsoft Windows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создан файл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toolchain-mingw-w64-x86_64.cmake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7447280" cy="8796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Настройка </a:t>
            </a:r>
            <a:r>
              <a:rPr lang="en-US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CMake</a:t>
            </a:r>
          </a:p>
        </p:txBody>
      </p:sp>
      <p:pic>
        <p:nvPicPr>
          <p:cNvPr id="4" name="Image6">
            <a:extLst>
              <a:ext uri="{FF2B5EF4-FFF2-40B4-BE49-F238E27FC236}">
                <a16:creationId xmlns:a16="http://schemas.microsoft.com/office/drawing/2014/main" id="{352921D9-904E-4653-968C-2A602CC80410}"/>
              </a:ext>
            </a:extLst>
          </p:cNvPr>
          <p:cNvPicPr/>
          <p:nvPr/>
        </p:nvPicPr>
        <p:blipFill rotWithShape="1">
          <a:blip r:embed="rId2"/>
          <a:srcRect l="1" t="7004" r="20926" b="44539"/>
          <a:stretch/>
        </p:blipFill>
        <p:spPr bwMode="auto">
          <a:xfrm>
            <a:off x="215001" y="1924996"/>
            <a:ext cx="5751460" cy="328048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" name="Subtitle 13">
            <a:extLst>
              <a:ext uri="{FF2B5EF4-FFF2-40B4-BE49-F238E27FC236}">
                <a16:creationId xmlns:a16="http://schemas.microsoft.com/office/drawing/2014/main" id="{20BB4463-81E9-44A0-9B52-430F76817093}"/>
              </a:ext>
            </a:extLst>
          </p:cNvPr>
          <p:cNvSpPr txBox="1">
            <a:spLocks/>
          </p:cNvSpPr>
          <p:nvPr/>
        </p:nvSpPr>
        <p:spPr>
          <a:xfrm>
            <a:off x="5842000" y="1755509"/>
            <a:ext cx="6264540" cy="4083920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noFill/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spcBef>
                <a:spcPts val="300"/>
              </a:spcBef>
              <a:buFont typeface="+mj-lt"/>
              <a:buAutoNum type="arabicParenR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set(CMAKE_SYSTEM_NAME Windows)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set(CMAKE_SYSTEM_PROCESSOR x86_64)</a:t>
            </a:r>
            <a:endParaRPr lang="ru-RU" sz="2250" b="1" dirty="0">
              <a:solidFill>
                <a:schemeClr val="bg1"/>
              </a:solidFill>
              <a:latin typeface="Ubuntu" panose="020B0504030602030204" pitchFamily="34" charset="0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x86_64 Windows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как целевую систему для сборки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  <a:endParaRPr lang="ru-RU" sz="225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300"/>
              </a:spcBef>
              <a:buFont typeface="+mj-lt"/>
              <a:buAutoNum type="arabicParenR" startAt="2"/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if(MINGW_ROOT STREQUAL "")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           message(FATAL_ERROR "...")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       endif()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выдает ошибку если </a:t>
            </a:r>
            <a:r>
              <a:rPr lang="en-US" sz="2250" b="1" dirty="0">
                <a:solidFill>
                  <a:schemeClr val="bg1"/>
                </a:solidFill>
                <a:latin typeface="Ubuntu" panose="020B0504030602030204" pitchFamily="34" charset="0"/>
              </a:rPr>
              <a:t>MINGW_ROOT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250" dirty="0">
                <a:solidFill>
                  <a:schemeClr val="bg1"/>
                </a:solidFill>
                <a:latin typeface="Ubuntu Light" panose="020B0304030602030204" pitchFamily="34" charset="0"/>
              </a:rPr>
              <a:t>отсутствует</a:t>
            </a:r>
            <a:r>
              <a:rPr lang="en-US" sz="225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lang="ru-RU" sz="225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6" name="Subtitle 13">
            <a:extLst>
              <a:ext uri="{FF2B5EF4-FFF2-40B4-BE49-F238E27FC236}">
                <a16:creationId xmlns:a16="http://schemas.microsoft.com/office/drawing/2014/main" id="{07218EA7-29B4-49E0-8B1D-80DED2F97E53}"/>
              </a:ext>
            </a:extLst>
          </p:cNvPr>
          <p:cNvSpPr txBox="1">
            <a:spLocks/>
          </p:cNvSpPr>
          <p:nvPr/>
        </p:nvSpPr>
        <p:spPr>
          <a:xfrm>
            <a:off x="339462" y="5205485"/>
            <a:ext cx="11801738" cy="1684281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noFill/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Остальная часть файла задает </a:t>
            </a:r>
            <a:r>
              <a:rPr lang="ru-RU" sz="2200" b="1" dirty="0">
                <a:solidFill>
                  <a:schemeClr val="bg1"/>
                </a:solidFill>
                <a:latin typeface="Ubuntu" panose="020B0504030602030204" pitchFamily="34" charset="0"/>
              </a:rPr>
              <a:t>MINGW_ROOT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как корневую директорию для всех команд сборки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компилятор (проверкой существует ли директория “bin” в </a:t>
            </a:r>
            <a:r>
              <a:rPr lang="ru-RU" sz="2200" b="1" dirty="0">
                <a:solidFill>
                  <a:schemeClr val="bg1"/>
                </a:solidFill>
                <a:latin typeface="Ubuntu" panose="020B0504030602030204" pitchFamily="34" charset="0"/>
              </a:rPr>
              <a:t>MINGW_ROOT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)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и говорит </a:t>
            </a:r>
            <a:r>
              <a:rPr lang="ru-RU" sz="2200" b="1" dirty="0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чтобы библиотеки и заголовочные файлы брались только из </a:t>
            </a:r>
            <a:r>
              <a:rPr lang="ru-RU" sz="2200" b="1" dirty="0">
                <a:solidFill>
                  <a:schemeClr val="bg1"/>
                </a:solidFill>
                <a:latin typeface="Ubuntu" panose="020B0504030602030204" pitchFamily="34" charset="0"/>
              </a:rPr>
              <a:t>MINGW_ROOT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endParaRPr lang="ru-RU" sz="22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4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E76704"/>
            </a:gs>
            <a:gs pos="50000">
              <a:srgbClr val="A86221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>
            <a:extLst>
              <a:ext uri="{FF2B5EF4-FFF2-40B4-BE49-F238E27FC236}">
                <a16:creationId xmlns:a16="http://schemas.microsoft.com/office/drawing/2014/main" id="{FEED5526-9A76-406C-8473-D70FED53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990" y="683485"/>
            <a:ext cx="6132010" cy="6087705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 конфигурацию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отвечает файл 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meson.build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5740400" cy="68348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4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Настройка </a:t>
            </a:r>
            <a:r>
              <a:rPr lang="en-US" sz="44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Meson</a:t>
            </a:r>
          </a:p>
        </p:txBody>
      </p:sp>
      <p:pic>
        <p:nvPicPr>
          <p:cNvPr id="4" name="Image7">
            <a:extLst>
              <a:ext uri="{FF2B5EF4-FFF2-40B4-BE49-F238E27FC236}">
                <a16:creationId xmlns:a16="http://schemas.microsoft.com/office/drawing/2014/main" id="{B4D2A786-C4C9-451B-AE10-9643F7FF7875}"/>
              </a:ext>
            </a:extLst>
          </p:cNvPr>
          <p:cNvPicPr/>
          <p:nvPr/>
        </p:nvPicPr>
        <p:blipFill rotWithShape="1">
          <a:blip r:embed="rId2"/>
          <a:srcRect t="5106" r="12171" b="36630"/>
          <a:stretch/>
        </p:blipFill>
        <p:spPr bwMode="auto">
          <a:xfrm>
            <a:off x="170088" y="1609136"/>
            <a:ext cx="5806630" cy="42023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Subtitle 13">
            <a:extLst>
              <a:ext uri="{FF2B5EF4-FFF2-40B4-BE49-F238E27FC236}">
                <a16:creationId xmlns:a16="http://schemas.microsoft.com/office/drawing/2014/main" id="{5E4952CB-1714-402F-940C-FD1500A3FB35}"/>
              </a:ext>
            </a:extLst>
          </p:cNvPr>
          <p:cNvSpPr txBox="1">
            <a:spLocks/>
          </p:cNvSpPr>
          <p:nvPr/>
        </p:nvSpPr>
        <p:spPr>
          <a:xfrm>
            <a:off x="266225" y="5676468"/>
            <a:ext cx="6585995" cy="2258894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noFill/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300"/>
              </a:spcBef>
            </a:pP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Для кросс-компиляции на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 x86_64 Microsoft Windows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создан файл </a:t>
            </a:r>
            <a:r>
              <a:rPr lang="en-US" sz="2200" b="1" dirty="0">
                <a:solidFill>
                  <a:schemeClr val="bg1"/>
                </a:solidFill>
                <a:latin typeface="Ubuntu" panose="020B0504030602030204" pitchFamily="34" charset="0"/>
              </a:rPr>
              <a:t>x86_64-w64-mingw32.txt</a:t>
            </a:r>
            <a:r>
              <a:rPr lang="en-US" sz="22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  <a:endParaRPr lang="ru-RU" sz="22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10" name="Subtitle 13">
            <a:extLst>
              <a:ext uri="{FF2B5EF4-FFF2-40B4-BE49-F238E27FC236}">
                <a16:creationId xmlns:a16="http://schemas.microsoft.com/office/drawing/2014/main" id="{BEA51A19-9305-477D-8709-B0671DC4327D}"/>
              </a:ext>
            </a:extLst>
          </p:cNvPr>
          <p:cNvSpPr txBox="1">
            <a:spLocks/>
          </p:cNvSpPr>
          <p:nvPr/>
        </p:nvSpPr>
        <p:spPr>
          <a:xfrm>
            <a:off x="6213035" y="167254"/>
            <a:ext cx="5887142" cy="6007261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300"/>
              </a:spcBef>
              <a:buFont typeface="+mj-lt"/>
              <a:buAutoNum type="arabicParenR"/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project('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Zetto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Archiver’,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ru-RU" sz="2300" i="1" dirty="0">
                <a:solidFill>
                  <a:schemeClr val="bg1"/>
                </a:solidFill>
                <a:latin typeface="Ubuntu Light" panose="020B0304030602030204" pitchFamily="34" charset="0"/>
              </a:rPr>
              <a:t>...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])</a:t>
            </a:r>
          </a:p>
          <a:p>
            <a:pPr algn="l"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имя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ЯП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версию и стандарт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C++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проекта также как в </a:t>
            </a:r>
            <a:r>
              <a:rPr lang="en-US" sz="2300" dirty="0" err="1">
                <a:solidFill>
                  <a:schemeClr val="bg1"/>
                </a:solidFill>
                <a:latin typeface="Ubuntu Light" panose="020B0304030602030204" pitchFamily="34" charset="0"/>
              </a:rPr>
              <a:t>CMake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buildtype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=plain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отключает лишниефлаги компиляции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Meson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2"/>
            </a:pP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zlib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= dependency(</a:t>
            </a:r>
            <a:r>
              <a:rPr lang="en-US" sz="2300" i="1" dirty="0">
                <a:solidFill>
                  <a:schemeClr val="bg1"/>
                </a:solidFill>
                <a:latin typeface="Ubuntu Light" panose="020B0304030602030204" pitchFamily="34" charset="0"/>
              </a:rPr>
              <a:t>…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) </a:t>
            </a:r>
            <a:r>
              <a:rPr lang="en-US" sz="2300" i="1" dirty="0">
                <a:solidFill>
                  <a:schemeClr val="bg1"/>
                </a:solidFill>
                <a:latin typeface="Ubuntu Light" panose="020B0304030602030204" pitchFamily="34" charset="0"/>
              </a:rPr>
              <a:t>…</a:t>
            </a:r>
          </a:p>
          <a:p>
            <a:pPr algn="l"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также как в 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CMake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ищет 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zlib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и выводит ошибку если она не найдена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arenR" startAt="3"/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executable('compress’, </a:t>
            </a:r>
            <a:r>
              <a:rPr lang="en-US" sz="2300" i="1" dirty="0">
                <a:solidFill>
                  <a:schemeClr val="bg1"/>
                </a:solidFill>
                <a:latin typeface="Ubuntu Light" panose="020B0304030602030204" pitchFamily="34" charset="0"/>
              </a:rPr>
              <a:t>…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)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добавляет правило для сборки исполняемого файла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compress.</a:t>
            </a: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  <a:p>
            <a:pPr algn="l">
              <a:spcBef>
                <a:spcPts val="300"/>
              </a:spcBef>
            </a:pPr>
            <a:endParaRPr lang="ru-RU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pic>
        <p:nvPicPr>
          <p:cNvPr id="7" name="Image8">
            <a:extLst>
              <a:ext uri="{FF2B5EF4-FFF2-40B4-BE49-F238E27FC236}">
                <a16:creationId xmlns:a16="http://schemas.microsoft.com/office/drawing/2014/main" id="{7C1DBC86-ADA3-4A2D-99D1-A6B881C0D060}"/>
              </a:ext>
            </a:extLst>
          </p:cNvPr>
          <p:cNvPicPr/>
          <p:nvPr/>
        </p:nvPicPr>
        <p:blipFill rotWithShape="1">
          <a:blip r:embed="rId3"/>
          <a:srcRect l="764" t="15649" r="54446" b="10791"/>
          <a:stretch/>
        </p:blipFill>
        <p:spPr bwMode="auto">
          <a:xfrm>
            <a:off x="6530758" y="4033778"/>
            <a:ext cx="3275635" cy="27605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4018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3000">
              <a:srgbClr val="330E3F"/>
            </a:gs>
            <a:gs pos="80000">
              <a:srgbClr val="F17473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6516547" cy="8796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Настройка </a:t>
            </a:r>
            <a:r>
              <a:rPr lang="en-US" sz="40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GNU Autotools</a:t>
            </a:r>
          </a:p>
        </p:txBody>
      </p:sp>
      <p:sp>
        <p:nvSpPr>
          <p:cNvPr id="7" name="Subtitle 13">
            <a:extLst>
              <a:ext uri="{FF2B5EF4-FFF2-40B4-BE49-F238E27FC236}">
                <a16:creationId xmlns:a16="http://schemas.microsoft.com/office/drawing/2014/main" id="{C1E7F12C-3B8C-4A49-B4A8-0616211D149E}"/>
              </a:ext>
            </a:extLst>
          </p:cNvPr>
          <p:cNvSpPr txBox="1">
            <a:spLocks/>
          </p:cNvSpPr>
          <p:nvPr/>
        </p:nvSpPr>
        <p:spPr>
          <a:xfrm>
            <a:off x="6574421" y="294640"/>
            <a:ext cx="5532699" cy="6441826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vert="horz" wrap="square" lIns="274320" tIns="9144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AC_PREREQ([2.69])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 минимальную версию 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Autoconf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AC_CONFIG_AUX_DIR([build-aux])</a:t>
            </a:r>
            <a:r>
              <a:rPr lang="en-US" sz="2300" b="1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и</a:t>
            </a:r>
            <a:r>
              <a:rPr lang="ru-RU" sz="2300" b="1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AC_CONFIG_MACRO_DIR([m4])</a:t>
            </a:r>
            <a:r>
              <a:rPr lang="en-US" sz="2300" b="1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указывает директории для вспомогательных скриптов и макросов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AM_INIT_AUTOMAKE([-Wall -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Werror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foreign subdir-objects])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добавляет флаги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компиляции и отключает строгие требования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GNU;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AC_PROG_CXX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AC_LANG([C++])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AX_CXX_COMPILE_STDCXX(…)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проверяет работоспособность C++ компилятора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задает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стандарт 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C++23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для проекта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AC_CHECK_LIB(</a:t>
            </a:r>
            <a:r>
              <a:rPr lang="en-US" sz="2300" i="1" dirty="0">
                <a:solidFill>
                  <a:schemeClr val="bg1"/>
                </a:solidFill>
                <a:latin typeface="Ubuntu Light" panose="020B0304030602030204" pitchFamily="34" charset="0"/>
              </a:rPr>
              <a:t>…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)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AC_CHECK_HEADER(</a:t>
            </a:r>
            <a:r>
              <a:rPr lang="ru-RU" sz="2300" i="1" dirty="0">
                <a:solidFill>
                  <a:schemeClr val="bg1"/>
                </a:solidFill>
                <a:latin typeface="Ubuntu Light" panose="020B0304030602030204" pitchFamily="34" charset="0"/>
              </a:rPr>
              <a:t>...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)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проверяет наличие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библиотеки и заголовочных файлов 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zlib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;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AC_CONFIG_FILES([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Makefile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])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AC_OUTPUT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создает </a:t>
            </a:r>
            <a:r>
              <a:rPr lang="en-US" sz="2300" b="1" dirty="0" err="1">
                <a:solidFill>
                  <a:schemeClr val="bg1"/>
                </a:solidFill>
                <a:latin typeface="Ubuntu" panose="020B0504030602030204" pitchFamily="34" charset="0"/>
              </a:rPr>
              <a:t>Makefile</a:t>
            </a:r>
            <a:r>
              <a:rPr lang="ru-RU" sz="2300" b="1" dirty="0">
                <a:solidFill>
                  <a:schemeClr val="bg1"/>
                </a:solidFill>
                <a:latin typeface="Ubuntu" panose="020B05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и заканчивает конфигурацию.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8" name="Subtitle 13">
            <a:extLst>
              <a:ext uri="{FF2B5EF4-FFF2-40B4-BE49-F238E27FC236}">
                <a16:creationId xmlns:a16="http://schemas.microsoft.com/office/drawing/2014/main" id="{7081DE24-3967-40E7-B009-3078EFBC2670}"/>
              </a:ext>
            </a:extLst>
          </p:cNvPr>
          <p:cNvSpPr txBox="1">
            <a:spLocks/>
          </p:cNvSpPr>
          <p:nvPr/>
        </p:nvSpPr>
        <p:spPr>
          <a:xfrm>
            <a:off x="2758168" y="5214909"/>
            <a:ext cx="3897276" cy="1629295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noFill/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80000"/>
              </a:lnSpc>
              <a:spcBef>
                <a:spcPts val="300"/>
              </a:spcBef>
            </a:pPr>
            <a:r>
              <a:rPr lang="en-US" sz="2200" b="1" dirty="0">
                <a:solidFill>
                  <a:schemeClr val="bg1"/>
                </a:solidFill>
                <a:latin typeface="Ubuntu" panose="020B0504030602030204" pitchFamily="34" charset="0"/>
              </a:rPr>
              <a:t>Makefile.am </a:t>
            </a:r>
            <a:r>
              <a:rPr lang="ru-RU" sz="2200" dirty="0">
                <a:solidFill>
                  <a:schemeClr val="bg1"/>
                </a:solidFill>
                <a:latin typeface="Ubuntu Light" panose="020B0304030602030204" pitchFamily="34" charset="0"/>
              </a:rPr>
              <a:t>содержит схожие с прыдущими сборочными системами конфигурации.</a:t>
            </a:r>
            <a:endParaRPr lang="en-US" sz="22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FEED5526-9A76-406C-8473-D70FED53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656" y="775504"/>
            <a:ext cx="6223788" cy="5787856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/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GNU Autotools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требует два файла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конфигурации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: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configure.ac 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и </a:t>
            </a:r>
            <a:r>
              <a:rPr lang="en-US" sz="2300" b="1" dirty="0">
                <a:solidFill>
                  <a:schemeClr val="bg1"/>
                </a:solidFill>
                <a:latin typeface="Ubuntu" panose="020B0504030602030204" pitchFamily="34" charset="0"/>
              </a:rPr>
              <a:t>Makefile.am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.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  <p:pic>
        <p:nvPicPr>
          <p:cNvPr id="5" name="Image9">
            <a:extLst>
              <a:ext uri="{FF2B5EF4-FFF2-40B4-BE49-F238E27FC236}">
                <a16:creationId xmlns:a16="http://schemas.microsoft.com/office/drawing/2014/main" id="{D7BCA24D-6850-4CD5-83ED-065A188A6302}"/>
              </a:ext>
            </a:extLst>
          </p:cNvPr>
          <p:cNvPicPr/>
          <p:nvPr/>
        </p:nvPicPr>
        <p:blipFill rotWithShape="1">
          <a:blip r:embed="rId2"/>
          <a:srcRect l="166" t="4448" r="7494" b="50000"/>
          <a:stretch/>
        </p:blipFill>
        <p:spPr bwMode="auto">
          <a:xfrm>
            <a:off x="239747" y="1759350"/>
            <a:ext cx="6103179" cy="343310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Image10">
            <a:extLst>
              <a:ext uri="{FF2B5EF4-FFF2-40B4-BE49-F238E27FC236}">
                <a16:creationId xmlns:a16="http://schemas.microsoft.com/office/drawing/2014/main" id="{497DF21E-FEDC-41F2-A490-9E8120BEE490}"/>
              </a:ext>
            </a:extLst>
          </p:cNvPr>
          <p:cNvPicPr/>
          <p:nvPr/>
        </p:nvPicPr>
        <p:blipFill rotWithShape="1">
          <a:blip r:embed="rId3"/>
          <a:srcRect t="8934" r="47223" b="33210"/>
          <a:stretch/>
        </p:blipFill>
        <p:spPr bwMode="auto">
          <a:xfrm>
            <a:off x="239747" y="5300049"/>
            <a:ext cx="2647015" cy="15441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9403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8000">
              <a:srgbClr val="152623"/>
            </a:gs>
            <a:gs pos="100000">
              <a:srgbClr val="20552D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3">
            <a:extLst>
              <a:ext uri="{FF2B5EF4-FFF2-40B4-BE49-F238E27FC236}">
                <a16:creationId xmlns:a16="http://schemas.microsoft.com/office/drawing/2014/main" id="{FEED5526-9A76-406C-8473-D70FED53A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4" y="879677"/>
            <a:ext cx="5731016" cy="1802564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wrap="square" lIns="365760" tIns="182880">
            <a:no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В работе был проведен тест быстродействия сборочных систем</a:t>
            </a:r>
            <a:r>
              <a:rPr lang="en-US" sz="2300" dirty="0">
                <a:solidFill>
                  <a:schemeClr val="bg1"/>
                </a:solidFill>
                <a:latin typeface="Ubuntu Light" panose="020B0304030602030204" pitchFamily="34" charset="0"/>
              </a:rPr>
              <a:t>,</a:t>
            </a: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 а также проверка работы архиватора и распаковщика.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12192000" cy="87967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900" dirty="0">
                <a:gradFill>
                  <a:gsLst>
                    <a:gs pos="6000">
                      <a:srgbClr val="247277"/>
                    </a:gs>
                    <a:gs pos="68000">
                      <a:srgbClr val="F8A268"/>
                    </a:gs>
                  </a:gsLst>
                  <a:lin ang="6000000" scaled="0"/>
                </a:gradFill>
                <a:latin typeface="Ubuntu" panose="020B0504030602030204" pitchFamily="34" charset="0"/>
              </a:rPr>
              <a:t>Тестирование</a:t>
            </a:r>
            <a:endParaRPr lang="en-US" sz="4900" dirty="0">
              <a:gradFill>
                <a:gsLst>
                  <a:gs pos="6000">
                    <a:srgbClr val="247277"/>
                  </a:gs>
                  <a:gs pos="68000">
                    <a:srgbClr val="F8A268"/>
                  </a:gs>
                </a:gsLst>
                <a:lin ang="6000000" scaled="0"/>
              </a:gradFill>
              <a:latin typeface="Ubuntu" panose="020B050403060203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8578C6D-A3B6-431A-8D85-35EDEAAC5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484288"/>
              </p:ext>
            </p:extLst>
          </p:nvPr>
        </p:nvGraphicFramePr>
        <p:xfrm>
          <a:off x="5994400" y="950796"/>
          <a:ext cx="6096000" cy="2791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8471">
                  <a:extLst>
                    <a:ext uri="{9D8B030D-6E8A-4147-A177-3AD203B41FA5}">
                      <a16:colId xmlns:a16="http://schemas.microsoft.com/office/drawing/2014/main" val="3767177736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724552204"/>
                    </a:ext>
                  </a:extLst>
                </a:gridCol>
              </a:tblGrid>
              <a:tr h="37888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Системы сборки</a:t>
                      </a:r>
                      <a:endParaRPr lang="en-US" dirty="0">
                        <a:solidFill>
                          <a:schemeClr val="bg1"/>
                        </a:solidFill>
                        <a:latin typeface="Ubuntu" panose="020B0504030602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Время конфигурации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 (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с)</a:t>
                      </a:r>
                      <a:endParaRPr lang="en-US" dirty="0">
                        <a:solidFill>
                          <a:schemeClr val="bg1"/>
                        </a:solidFill>
                        <a:latin typeface="Ubuntu" panose="020B0504030602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761957"/>
                  </a:ext>
                </a:extLst>
              </a:tr>
              <a:tr h="33874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CMake+Make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1.6256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95507"/>
                  </a:ext>
                </a:extLst>
              </a:tr>
              <a:tr h="35494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CMake+Ninja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1.0141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223116"/>
                  </a:ext>
                </a:extLst>
              </a:tr>
              <a:tr h="3595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Meson+Ninja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1.632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568385"/>
                  </a:ext>
                </a:extLst>
              </a:tr>
              <a:tr h="61264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GNU Autotools 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(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с генерацией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configure)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4.4934</a:t>
                      </a:r>
                      <a:endParaRPr lang="en-US" dirty="0">
                        <a:solidFill>
                          <a:schemeClr val="bg1"/>
                        </a:solidFill>
                        <a:latin typeface="Ubuntu" panose="020B050403060203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838458"/>
                  </a:ext>
                </a:extLst>
              </a:tr>
              <a:tr h="6747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GNU Autotools 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(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без генерации 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configure)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2.5258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269151"/>
                  </a:ext>
                </a:extLst>
              </a:tr>
            </a:tbl>
          </a:graphicData>
        </a:graphic>
      </p:graphicFrame>
      <p:pic>
        <p:nvPicPr>
          <p:cNvPr id="5" name="Image11">
            <a:extLst>
              <a:ext uri="{FF2B5EF4-FFF2-40B4-BE49-F238E27FC236}">
                <a16:creationId xmlns:a16="http://schemas.microsoft.com/office/drawing/2014/main" id="{1A6C09D3-ACED-4F44-BD3D-1F19E9BC44EE}"/>
              </a:ext>
            </a:extLst>
          </p:cNvPr>
          <p:cNvPicPr/>
          <p:nvPr/>
        </p:nvPicPr>
        <p:blipFill rotWithShape="1">
          <a:blip r:embed="rId2"/>
          <a:srcRect t="4509" r="5207" b="11427"/>
          <a:stretch/>
        </p:blipFill>
        <p:spPr bwMode="auto">
          <a:xfrm>
            <a:off x="90025" y="2802356"/>
            <a:ext cx="5816575" cy="38930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Subtitle 13">
            <a:extLst>
              <a:ext uri="{FF2B5EF4-FFF2-40B4-BE49-F238E27FC236}">
                <a16:creationId xmlns:a16="http://schemas.microsoft.com/office/drawing/2014/main" id="{A1859286-01C0-45AF-8467-D4816532617D}"/>
              </a:ext>
            </a:extLst>
          </p:cNvPr>
          <p:cNvSpPr txBox="1">
            <a:spLocks/>
          </p:cNvSpPr>
          <p:nvPr/>
        </p:nvSpPr>
        <p:spPr>
          <a:xfrm>
            <a:off x="6065520" y="3894221"/>
            <a:ext cx="5965286" cy="2618339"/>
          </a:xfrm>
          <a:custGeom>
            <a:avLst/>
            <a:gdLst>
              <a:gd name="connsiteX0" fmla="*/ 792829 w 11267440"/>
              <a:gd name="connsiteY0" fmla="*/ 0 h 5005512"/>
              <a:gd name="connsiteX1" fmla="*/ 10474611 w 11267440"/>
              <a:gd name="connsiteY1" fmla="*/ 0 h 5005512"/>
              <a:gd name="connsiteX2" fmla="*/ 11267440 w 11267440"/>
              <a:gd name="connsiteY2" fmla="*/ 834269 h 5005512"/>
              <a:gd name="connsiteX3" fmla="*/ 11267440 w 11267440"/>
              <a:gd name="connsiteY3" fmla="*/ 4171243 h 5005512"/>
              <a:gd name="connsiteX4" fmla="*/ 10474611 w 11267440"/>
              <a:gd name="connsiteY4" fmla="*/ 5005512 h 5005512"/>
              <a:gd name="connsiteX5" fmla="*/ 792829 w 11267440"/>
              <a:gd name="connsiteY5" fmla="*/ 5005512 h 5005512"/>
              <a:gd name="connsiteX6" fmla="*/ 0 w 11267440"/>
              <a:gd name="connsiteY6" fmla="*/ 4171243 h 5005512"/>
              <a:gd name="connsiteX7" fmla="*/ 0 w 11267440"/>
              <a:gd name="connsiteY7" fmla="*/ 834269 h 5005512"/>
              <a:gd name="connsiteX8" fmla="*/ 792829 w 11267440"/>
              <a:gd name="connsiteY8" fmla="*/ 0 h 500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67440" h="5005512">
                <a:moveTo>
                  <a:pt x="792829" y="0"/>
                </a:moveTo>
                <a:lnTo>
                  <a:pt x="10474611" y="0"/>
                </a:lnTo>
                <a:cubicBezTo>
                  <a:pt x="10912479" y="0"/>
                  <a:pt x="11267440" y="373515"/>
                  <a:pt x="11267440" y="834269"/>
                </a:cubicBezTo>
                <a:lnTo>
                  <a:pt x="11267440" y="4171243"/>
                </a:lnTo>
                <a:cubicBezTo>
                  <a:pt x="11267440" y="4631997"/>
                  <a:pt x="10912479" y="5005512"/>
                  <a:pt x="10474611" y="5005512"/>
                </a:cubicBezTo>
                <a:lnTo>
                  <a:pt x="792829" y="5005512"/>
                </a:lnTo>
                <a:cubicBezTo>
                  <a:pt x="354962" y="5005512"/>
                  <a:pt x="0" y="4631997"/>
                  <a:pt x="0" y="4171243"/>
                </a:cubicBezTo>
                <a:lnTo>
                  <a:pt x="0" y="834269"/>
                </a:lnTo>
                <a:cubicBezTo>
                  <a:pt x="0" y="373515"/>
                  <a:pt x="354962" y="0"/>
                  <a:pt x="792829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effectLst>
            <a:softEdge rad="0"/>
          </a:effectLst>
        </p:spPr>
        <p:txBody>
          <a:bodyPr vert="horz" wrap="square" lIns="365760" tIns="18288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</a:rPr>
              <a:t>Для проверки эффективности сжатия файлов был использован распакованный дамп сайта Wikipedia: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ru-RU" sz="2300" dirty="0">
                <a:solidFill>
                  <a:schemeClr val="bg1"/>
                </a:solidFill>
                <a:latin typeface="Ubuntu Light" panose="020B0304030602030204" pitchFamily="34" charset="0"/>
                <a:hlinkClick r:id="rId3"/>
              </a:rPr>
              <a:t>https://dumps.wikimedia.org/enwiki/latest/enwiki-latest-pages-articles14.xml-p11659683p13159682.bz2</a:t>
            </a:r>
            <a:endParaRPr lang="en-US" sz="2300" dirty="0">
              <a:solidFill>
                <a:schemeClr val="bg1"/>
              </a:solidFill>
              <a:latin typeface="Ubuntu Light" panose="020B03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9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1000">
              <a:srgbClr val="35B8DD"/>
            </a:gs>
            <a:gs pos="19000">
              <a:srgbClr val="1C4189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602A514-C160-43D9-96E0-5A3331A61AD9}"/>
              </a:ext>
            </a:extLst>
          </p:cNvPr>
          <p:cNvSpPr/>
          <p:nvPr/>
        </p:nvSpPr>
        <p:spPr>
          <a:xfrm>
            <a:off x="10472058" y="1"/>
            <a:ext cx="1719942" cy="571499"/>
          </a:xfrm>
          <a:custGeom>
            <a:avLst/>
            <a:gdLst>
              <a:gd name="connsiteX0" fmla="*/ 376670 w 1719942"/>
              <a:gd name="connsiteY0" fmla="*/ 0 h 571499"/>
              <a:gd name="connsiteX1" fmla="*/ 1719942 w 1719942"/>
              <a:gd name="connsiteY1" fmla="*/ 0 h 571499"/>
              <a:gd name="connsiteX2" fmla="*/ 1719942 w 1719942"/>
              <a:gd name="connsiteY2" fmla="*/ 571499 h 571499"/>
              <a:gd name="connsiteX3" fmla="*/ 0 w 1719942"/>
              <a:gd name="connsiteY3" fmla="*/ 571499 h 571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9942" h="571499">
                <a:moveTo>
                  <a:pt x="376670" y="0"/>
                </a:moveTo>
                <a:lnTo>
                  <a:pt x="1719942" y="0"/>
                </a:lnTo>
                <a:lnTo>
                  <a:pt x="1719942" y="571499"/>
                </a:lnTo>
                <a:lnTo>
                  <a:pt x="0" y="571499"/>
                </a:lnTo>
                <a:close/>
              </a:path>
            </a:pathLst>
          </a:custGeom>
          <a:solidFill>
            <a:srgbClr val="C8E7AC"/>
          </a:solidFill>
          <a:ln>
            <a:solidFill>
              <a:srgbClr val="C8E7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6EB10C-36AA-4872-96F0-B061F4075203}"/>
              </a:ext>
            </a:extLst>
          </p:cNvPr>
          <p:cNvSpPr/>
          <p:nvPr/>
        </p:nvSpPr>
        <p:spPr>
          <a:xfrm flipV="1">
            <a:off x="10482944" y="579119"/>
            <a:ext cx="1709057" cy="1676400"/>
          </a:xfrm>
          <a:custGeom>
            <a:avLst/>
            <a:gdLst>
              <a:gd name="connsiteX0" fmla="*/ 0 w 1709057"/>
              <a:gd name="connsiteY0" fmla="*/ 1676400 h 1676400"/>
              <a:gd name="connsiteX1" fmla="*/ 1709057 w 1709057"/>
              <a:gd name="connsiteY1" fmla="*/ 1676400 h 1676400"/>
              <a:gd name="connsiteX2" fmla="*/ 1709057 w 1709057"/>
              <a:gd name="connsiteY2" fmla="*/ 916652 h 1676400"/>
              <a:gd name="connsiteX3" fmla="*/ 1104900 w 1709057"/>
              <a:gd name="connsiteY3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9057" h="1676400">
                <a:moveTo>
                  <a:pt x="0" y="1676400"/>
                </a:moveTo>
                <a:lnTo>
                  <a:pt x="1709057" y="1676400"/>
                </a:lnTo>
                <a:lnTo>
                  <a:pt x="1709057" y="916652"/>
                </a:lnTo>
                <a:lnTo>
                  <a:pt x="1104900" y="0"/>
                </a:lnTo>
                <a:close/>
              </a:path>
            </a:pathLst>
          </a:custGeom>
          <a:solidFill>
            <a:schemeClr val="bg1">
              <a:alpha val="48000"/>
            </a:schemeClr>
          </a:solidFill>
          <a:ln>
            <a:noFill/>
          </a:ln>
          <a:effectLst>
            <a:innerShdw blurRad="431800">
              <a:prstClr val="black">
                <a:alpha val="69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0C47E3C-6329-40C5-B605-E97EFD314A94}"/>
              </a:ext>
            </a:extLst>
          </p:cNvPr>
          <p:cNvSpPr/>
          <p:nvPr/>
        </p:nvSpPr>
        <p:spPr>
          <a:xfrm flipH="1">
            <a:off x="11228614" y="1242830"/>
            <a:ext cx="963384" cy="1424169"/>
          </a:xfrm>
          <a:custGeom>
            <a:avLst/>
            <a:gdLst>
              <a:gd name="connsiteX0" fmla="*/ 0 w 716172"/>
              <a:gd name="connsiteY0" fmla="*/ 0 h 1086606"/>
              <a:gd name="connsiteX1" fmla="*/ 716172 w 716172"/>
              <a:gd name="connsiteY1" fmla="*/ 1086606 h 1086606"/>
              <a:gd name="connsiteX2" fmla="*/ 0 w 716172"/>
              <a:gd name="connsiteY2" fmla="*/ 1086606 h 1086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6172" h="1086606">
                <a:moveTo>
                  <a:pt x="0" y="0"/>
                </a:moveTo>
                <a:lnTo>
                  <a:pt x="716172" y="1086606"/>
                </a:lnTo>
                <a:lnTo>
                  <a:pt x="0" y="1086606"/>
                </a:lnTo>
                <a:close/>
              </a:path>
            </a:pathLst>
          </a:custGeom>
          <a:solidFill>
            <a:srgbClr val="4CE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4F11FE1-69A7-4BBE-85A5-F7F905855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743" y="881743"/>
            <a:ext cx="11190513" cy="5976257"/>
          </a:xfrm>
          <a:custGeom>
            <a:avLst/>
            <a:gdLst>
              <a:gd name="connsiteX0" fmla="*/ 787417 w 11190513"/>
              <a:gd name="connsiteY0" fmla="*/ 0 h 5976257"/>
              <a:gd name="connsiteX1" fmla="*/ 10192543 w 11190513"/>
              <a:gd name="connsiteY1" fmla="*/ 0 h 5976257"/>
              <a:gd name="connsiteX2" fmla="*/ 11058070 w 11190513"/>
              <a:gd name="connsiteY2" fmla="*/ 1313214 h 5976257"/>
              <a:gd name="connsiteX3" fmla="*/ 10738756 w 11190513"/>
              <a:gd name="connsiteY3" fmla="*/ 1785256 h 5976257"/>
              <a:gd name="connsiteX4" fmla="*/ 11190513 w 11190513"/>
              <a:gd name="connsiteY4" fmla="*/ 1785256 h 5976257"/>
              <a:gd name="connsiteX5" fmla="*/ 11190513 w 11190513"/>
              <a:gd name="connsiteY5" fmla="*/ 3166800 h 5976257"/>
              <a:gd name="connsiteX6" fmla="*/ 11190513 w 11190513"/>
              <a:gd name="connsiteY6" fmla="*/ 4980195 h 5976257"/>
              <a:gd name="connsiteX7" fmla="*/ 11190513 w 11190513"/>
              <a:gd name="connsiteY7" fmla="*/ 5976257 h 5976257"/>
              <a:gd name="connsiteX8" fmla="*/ 10403097 w 11190513"/>
              <a:gd name="connsiteY8" fmla="*/ 5976257 h 5976257"/>
              <a:gd name="connsiteX9" fmla="*/ 787417 w 11190513"/>
              <a:gd name="connsiteY9" fmla="*/ 5976257 h 5976257"/>
              <a:gd name="connsiteX10" fmla="*/ 0 w 11190513"/>
              <a:gd name="connsiteY10" fmla="*/ 5976257 h 5976257"/>
              <a:gd name="connsiteX11" fmla="*/ 0 w 11190513"/>
              <a:gd name="connsiteY11" fmla="*/ 4980195 h 5976257"/>
              <a:gd name="connsiteX12" fmla="*/ 0 w 11190513"/>
              <a:gd name="connsiteY12" fmla="*/ 3166800 h 5976257"/>
              <a:gd name="connsiteX13" fmla="*/ 0 w 11190513"/>
              <a:gd name="connsiteY13" fmla="*/ 996064 h 5976257"/>
              <a:gd name="connsiteX14" fmla="*/ 787417 w 11190513"/>
              <a:gd name="connsiteY14" fmla="*/ 0 h 597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190513" h="5976257">
                <a:moveTo>
                  <a:pt x="787417" y="0"/>
                </a:moveTo>
                <a:lnTo>
                  <a:pt x="10192543" y="0"/>
                </a:lnTo>
                <a:lnTo>
                  <a:pt x="11058070" y="1313214"/>
                </a:lnTo>
                <a:lnTo>
                  <a:pt x="10738756" y="1785256"/>
                </a:lnTo>
                <a:lnTo>
                  <a:pt x="11190513" y="1785256"/>
                </a:lnTo>
                <a:lnTo>
                  <a:pt x="11190513" y="3166800"/>
                </a:lnTo>
                <a:lnTo>
                  <a:pt x="11190513" y="4980195"/>
                </a:lnTo>
                <a:lnTo>
                  <a:pt x="11190513" y="5976257"/>
                </a:lnTo>
                <a:lnTo>
                  <a:pt x="10403097" y="5976257"/>
                </a:lnTo>
                <a:lnTo>
                  <a:pt x="787417" y="5976257"/>
                </a:lnTo>
                <a:lnTo>
                  <a:pt x="0" y="5976257"/>
                </a:lnTo>
                <a:lnTo>
                  <a:pt x="0" y="4980195"/>
                </a:lnTo>
                <a:lnTo>
                  <a:pt x="0" y="3166800"/>
                </a:lnTo>
                <a:lnTo>
                  <a:pt x="0" y="996064"/>
                </a:lnTo>
                <a:cubicBezTo>
                  <a:pt x="0" y="445953"/>
                  <a:pt x="352539" y="0"/>
                  <a:pt x="78741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effectLst>
            <a:softEdge rad="0"/>
          </a:effectLst>
        </p:spPr>
        <p:txBody>
          <a:bodyPr wrap="square" lIns="411480" tIns="228600" anchor="t">
            <a:noAutofit/>
          </a:bodyPr>
          <a:lstStyle/>
          <a:p>
            <a:pPr marL="457200" indent="-457200" algn="l">
              <a:buClr>
                <a:schemeClr val="bg1"/>
              </a:buClr>
              <a:buSzPct val="110000"/>
              <a:buFont typeface="+mj-lt"/>
              <a:buAutoNum type="arabicPeriod"/>
            </a:pPr>
            <a:r>
              <a:rPr lang="ru-RU" sz="1900" dirty="0">
                <a:solidFill>
                  <a:srgbClr val="2F8552"/>
                </a:solidFill>
                <a:latin typeface="Ubuntu" panose="020B0504030602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https://github.com/Darum4/Build_Systems_Project</a:t>
            </a:r>
            <a:r>
              <a:rPr lang="en-US" sz="1900" dirty="0">
                <a:solidFill>
                  <a:srgbClr val="2F8552"/>
                </a:solidFill>
                <a:latin typeface="Ubuntu" panose="020B0504030602030204" pitchFamily="34" charset="0"/>
              </a:rPr>
              <a:t> </a:t>
            </a:r>
            <a:r>
              <a:rPr lang="ru-RU" sz="1900" dirty="0">
                <a:solidFill>
                  <a:schemeClr val="bg1"/>
                </a:solidFill>
                <a:latin typeface="Ubuntu" panose="020B0504030602030204" pitchFamily="34" charset="0"/>
              </a:rPr>
              <a:t>– репозиторий проекта</a:t>
            </a:r>
            <a:endParaRPr lang="en-US" sz="1900" dirty="0">
              <a:solidFill>
                <a:schemeClr val="bg1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https://systems-it.ru/blog/dev-software/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https://medium.com/@bdov_/what-happens-when-you-type-gcc-main-c-a4454564e96d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https://skkv-itmo.gitbook.io/c-cpp-cookies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https://eax.me/2016/2016-08-29-autotools.html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https://en.wikipedia.org/wiki/CMake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https://en.wikipedia.org/wiki/Ninja_(build_system)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https://en.wikipedia.org/wiki/Meson_(software)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https://rus-linux.net/MyLDP/algol/meson-build-system.html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https://dzen.ru/a/YwDYqO6fBXyjT6WE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https://ru.wikipedia.org/wiki/Zlib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marL="457200" indent="-457200" algn="l">
              <a:buClr>
                <a:schemeClr val="bg1"/>
              </a:buClr>
              <a:buFont typeface="+mj-lt"/>
              <a:buAutoNum type="arabicParenR" startAt="2"/>
            </a:pPr>
            <a:r>
              <a:rPr lang="ru-RU" sz="1900" dirty="0">
                <a:solidFill>
                  <a:srgbClr val="B4E492"/>
                </a:solidFill>
                <a:latin typeface="Ubuntu" panose="020B050403060203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https://en.wikipedia.org/wiki/Mingw-w64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  <a:p>
            <a:pPr algn="l">
              <a:buClr>
                <a:schemeClr val="bg1"/>
              </a:buClr>
            </a:pPr>
            <a:endParaRPr lang="en-US" sz="1900" dirty="0">
              <a:latin typeface="Ubuntu" panose="020B0504030602030204" pitchFamily="34" charset="0"/>
            </a:endParaRPr>
          </a:p>
          <a:p>
            <a:pPr algn="l">
              <a:buClr>
                <a:schemeClr val="bg1"/>
              </a:buClr>
            </a:pPr>
            <a:r>
              <a:rPr lang="ru-RU" sz="1900" dirty="0">
                <a:solidFill>
                  <a:schemeClr val="bg1"/>
                </a:solidFill>
                <a:latin typeface="Ubuntu" panose="020B0504030602030204" pitchFamily="34" charset="0"/>
              </a:rPr>
              <a:t>Цветовая палитра – </a:t>
            </a:r>
            <a:r>
              <a:rPr lang="en-US" sz="1900" dirty="0">
                <a:solidFill>
                  <a:srgbClr val="B4E492"/>
                </a:solidFill>
                <a:latin typeface="Ubuntu" panose="020B050403060203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https://www.moddb.com/mods/the-code-based-visual-fx-suite-for-gzdoom-aka-codefx/addons/cryonauts-colors-the-ultimate-color-palette-collection-for-doom</a:t>
            </a:r>
            <a:endParaRPr lang="en-US" sz="1900" dirty="0">
              <a:solidFill>
                <a:srgbClr val="B4E492"/>
              </a:solidFill>
              <a:latin typeface="Ubuntu" panose="020B05040306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31350"/>
          </a:xfrm>
        </p:spPr>
        <p:txBody>
          <a:bodyPr anchor="ctr">
            <a:noAutofit/>
          </a:bodyPr>
          <a:lstStyle/>
          <a:p>
            <a:r>
              <a:rPr lang="ru-RU" sz="5600" dirty="0">
                <a:gradFill>
                  <a:gsLst>
                    <a:gs pos="100000">
                      <a:srgbClr val="337C19"/>
                    </a:gs>
                    <a:gs pos="54000">
                      <a:srgbClr val="33B550"/>
                    </a:gs>
                  </a:gsLst>
                  <a:lin ang="5400000" scaled="1"/>
                </a:gradFill>
                <a:latin typeface="Ubuntu" panose="020B0504030602030204" pitchFamily="34" charset="0"/>
              </a:rPr>
              <a:t>Литература</a:t>
            </a:r>
            <a:endParaRPr lang="en-US" sz="5600" dirty="0">
              <a:gradFill>
                <a:gsLst>
                  <a:gs pos="100000">
                    <a:srgbClr val="337C19"/>
                  </a:gs>
                  <a:gs pos="54000">
                    <a:srgbClr val="33B550"/>
                  </a:gs>
                </a:gsLst>
                <a:lin ang="5400000" scaled="1"/>
              </a:gradFill>
              <a:latin typeface="Ubuntu" panose="020B0504030602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BDF971-A0DF-4D57-A6D2-E565C8B4CA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7650479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8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5000">
              <a:srgbClr val="35B8DD"/>
            </a:gs>
            <a:gs pos="0">
              <a:srgbClr val="1C4189"/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C55AC8F-0A2D-4D23-BB15-DCBB2D274D78}"/>
              </a:ext>
            </a:extLst>
          </p:cNvPr>
          <p:cNvGrpSpPr/>
          <p:nvPr/>
        </p:nvGrpSpPr>
        <p:grpSpPr>
          <a:xfrm>
            <a:off x="3992952" y="5021333"/>
            <a:ext cx="3727371" cy="1843058"/>
            <a:chOff x="3992952" y="5021333"/>
            <a:chExt cx="3727371" cy="1843058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D874572-E3C8-44C8-B67D-2F4621C6F73A}"/>
                </a:ext>
              </a:extLst>
            </p:cNvPr>
            <p:cNvSpPr/>
            <p:nvPr/>
          </p:nvSpPr>
          <p:spPr>
            <a:xfrm>
              <a:off x="3992952" y="5021333"/>
              <a:ext cx="3727371" cy="1793796"/>
            </a:xfrm>
            <a:custGeom>
              <a:avLst/>
              <a:gdLst>
                <a:gd name="connsiteX0" fmla="*/ 2162171 w 3727371"/>
                <a:gd name="connsiteY0" fmla="*/ 763 h 1840507"/>
                <a:gd name="connsiteX1" fmla="*/ 2689305 w 3727371"/>
                <a:gd name="connsiteY1" fmla="*/ 74178 h 1840507"/>
                <a:gd name="connsiteX2" fmla="*/ 3592130 w 3727371"/>
                <a:gd name="connsiteY2" fmla="*/ 1115900 h 1840507"/>
                <a:gd name="connsiteX3" fmla="*/ 3698744 w 3727371"/>
                <a:gd name="connsiteY3" fmla="*/ 1624011 h 1840507"/>
                <a:gd name="connsiteX4" fmla="*/ 3727371 w 3727371"/>
                <a:gd name="connsiteY4" fmla="*/ 1840507 h 1840507"/>
                <a:gd name="connsiteX5" fmla="*/ 0 w 3727371"/>
                <a:gd name="connsiteY5" fmla="*/ 1840507 h 1840507"/>
                <a:gd name="connsiteX6" fmla="*/ 10930 w 3727371"/>
                <a:gd name="connsiteY6" fmla="*/ 1809951 h 1840507"/>
                <a:gd name="connsiteX7" fmla="*/ 351219 w 3727371"/>
                <a:gd name="connsiteY7" fmla="*/ 1034877 h 1840507"/>
                <a:gd name="connsiteX8" fmla="*/ 1242470 w 3727371"/>
                <a:gd name="connsiteY8" fmla="*/ 189925 h 1840507"/>
                <a:gd name="connsiteX9" fmla="*/ 2162171 w 3727371"/>
                <a:gd name="connsiteY9" fmla="*/ 763 h 184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7371" h="1840507">
                  <a:moveTo>
                    <a:pt x="2162171" y="763"/>
                  </a:moveTo>
                  <a:cubicBezTo>
                    <a:pt x="2357076" y="-4403"/>
                    <a:pt x="2542451" y="16305"/>
                    <a:pt x="2689305" y="74178"/>
                  </a:cubicBezTo>
                  <a:cubicBezTo>
                    <a:pt x="3080915" y="228507"/>
                    <a:pt x="3441659" y="571890"/>
                    <a:pt x="3592130" y="1115900"/>
                  </a:cubicBezTo>
                  <a:cubicBezTo>
                    <a:pt x="3629748" y="1251903"/>
                    <a:pt x="3667727" y="1428296"/>
                    <a:pt x="3698744" y="1624011"/>
                  </a:cubicBezTo>
                  <a:lnTo>
                    <a:pt x="3727371" y="1840507"/>
                  </a:lnTo>
                  <a:lnTo>
                    <a:pt x="0" y="1840507"/>
                  </a:lnTo>
                  <a:lnTo>
                    <a:pt x="10930" y="1809951"/>
                  </a:lnTo>
                  <a:cubicBezTo>
                    <a:pt x="100434" y="1554984"/>
                    <a:pt x="207741" y="1241051"/>
                    <a:pt x="351219" y="1034877"/>
                  </a:cubicBezTo>
                  <a:cubicBezTo>
                    <a:pt x="580784" y="704998"/>
                    <a:pt x="852789" y="350041"/>
                    <a:pt x="1242470" y="189925"/>
                  </a:cubicBezTo>
                  <a:cubicBezTo>
                    <a:pt x="1486021" y="89853"/>
                    <a:pt x="1837331" y="9372"/>
                    <a:pt x="2162171" y="763"/>
                  </a:cubicBezTo>
                  <a:close/>
                </a:path>
              </a:pathLst>
            </a:custGeom>
            <a:solidFill>
              <a:srgbClr val="4B96E2"/>
            </a:solidFill>
            <a:ln w="889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24516A1-1205-4767-A603-42FC2B5ED8C0}"/>
                </a:ext>
              </a:extLst>
            </p:cNvPr>
            <p:cNvSpPr/>
            <p:nvPr/>
          </p:nvSpPr>
          <p:spPr>
            <a:xfrm rot="20814348">
              <a:off x="7061006" y="6057055"/>
              <a:ext cx="255482" cy="529787"/>
            </a:xfrm>
            <a:prstGeom prst="ellipse">
              <a:avLst/>
            </a:prstGeom>
            <a:solidFill>
              <a:srgbClr val="00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86BC469-E16A-4309-8BFE-E929DE1300C5}"/>
                </a:ext>
              </a:extLst>
            </p:cNvPr>
            <p:cNvSpPr/>
            <p:nvPr/>
          </p:nvSpPr>
          <p:spPr>
            <a:xfrm rot="159541">
              <a:off x="4027973" y="6469509"/>
              <a:ext cx="266336" cy="394882"/>
            </a:xfrm>
            <a:custGeom>
              <a:avLst/>
              <a:gdLst>
                <a:gd name="connsiteX0" fmla="*/ 135287 w 266336"/>
                <a:gd name="connsiteY0" fmla="*/ 0 h 394882"/>
                <a:gd name="connsiteX1" fmla="*/ 266336 w 266336"/>
                <a:gd name="connsiteY1" fmla="*/ 382513 h 394882"/>
                <a:gd name="connsiteX2" fmla="*/ 0 w 266336"/>
                <a:gd name="connsiteY2" fmla="*/ 394882 h 39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336" h="394882">
                  <a:moveTo>
                    <a:pt x="135287" y="0"/>
                  </a:moveTo>
                  <a:lnTo>
                    <a:pt x="266336" y="382513"/>
                  </a:lnTo>
                  <a:lnTo>
                    <a:pt x="0" y="394882"/>
                  </a:lnTo>
                  <a:close/>
                </a:path>
              </a:pathLst>
            </a:custGeom>
            <a:solidFill>
              <a:srgbClr val="4B96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B674D64-6F48-43C9-A6C5-7B13EC2391F7}"/>
                </a:ext>
              </a:extLst>
            </p:cNvPr>
            <p:cNvSpPr/>
            <p:nvPr/>
          </p:nvSpPr>
          <p:spPr>
            <a:xfrm>
              <a:off x="7470203" y="6451186"/>
              <a:ext cx="216341" cy="406814"/>
            </a:xfrm>
            <a:prstGeom prst="triangle">
              <a:avLst>
                <a:gd name="adj" fmla="val 72015"/>
              </a:avLst>
            </a:prstGeom>
            <a:solidFill>
              <a:srgbClr val="4B96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9FFA90-966F-4ED7-B387-6827D4959A3A}"/>
                </a:ext>
              </a:extLst>
            </p:cNvPr>
            <p:cNvSpPr/>
            <p:nvPr/>
          </p:nvSpPr>
          <p:spPr>
            <a:xfrm>
              <a:off x="4209522" y="6761627"/>
              <a:ext cx="3349518" cy="96373"/>
            </a:xfrm>
            <a:prstGeom prst="rect">
              <a:avLst/>
            </a:prstGeom>
            <a:solidFill>
              <a:srgbClr val="4B96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D74A7FA-087E-4A9B-8EC9-D15E57336ADC}"/>
                </a:ext>
              </a:extLst>
            </p:cNvPr>
            <p:cNvSpPr/>
            <p:nvPr/>
          </p:nvSpPr>
          <p:spPr>
            <a:xfrm rot="20814348">
              <a:off x="4483064" y="6005560"/>
              <a:ext cx="255482" cy="529787"/>
            </a:xfrm>
            <a:prstGeom prst="ellipse">
              <a:avLst/>
            </a:prstGeom>
            <a:solidFill>
              <a:srgbClr val="00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6E35119-BE7D-4D13-BB3E-DC384C15D1E1}"/>
              </a:ext>
            </a:extLst>
          </p:cNvPr>
          <p:cNvSpPr/>
          <p:nvPr/>
        </p:nvSpPr>
        <p:spPr>
          <a:xfrm>
            <a:off x="4537975" y="6423412"/>
            <a:ext cx="2803787" cy="434588"/>
          </a:xfrm>
          <a:custGeom>
            <a:avLst/>
            <a:gdLst>
              <a:gd name="connsiteX0" fmla="*/ 1401893 w 2803787"/>
              <a:gd name="connsiteY0" fmla="*/ 0 h 418624"/>
              <a:gd name="connsiteX1" fmla="*/ 2780842 w 2803787"/>
              <a:gd name="connsiteY1" fmla="*/ 387304 h 418624"/>
              <a:gd name="connsiteX2" fmla="*/ 2803787 w 2803787"/>
              <a:gd name="connsiteY2" fmla="*/ 418624 h 418624"/>
              <a:gd name="connsiteX3" fmla="*/ 0 w 2803787"/>
              <a:gd name="connsiteY3" fmla="*/ 418624 h 418624"/>
              <a:gd name="connsiteX4" fmla="*/ 22944 w 2803787"/>
              <a:gd name="connsiteY4" fmla="*/ 387304 h 418624"/>
              <a:gd name="connsiteX5" fmla="*/ 1401893 w 2803787"/>
              <a:gd name="connsiteY5" fmla="*/ 0 h 41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3787" h="418624">
                <a:moveTo>
                  <a:pt x="1401893" y="0"/>
                </a:moveTo>
                <a:cubicBezTo>
                  <a:pt x="2021787" y="0"/>
                  <a:pt x="2553653" y="159702"/>
                  <a:pt x="2780842" y="387304"/>
                </a:cubicBezTo>
                <a:lnTo>
                  <a:pt x="2803787" y="418624"/>
                </a:lnTo>
                <a:lnTo>
                  <a:pt x="0" y="418624"/>
                </a:lnTo>
                <a:lnTo>
                  <a:pt x="22944" y="387304"/>
                </a:lnTo>
                <a:cubicBezTo>
                  <a:pt x="250134" y="159702"/>
                  <a:pt x="782000" y="0"/>
                  <a:pt x="14018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290C7C9-163D-418A-94A4-0F946DB5BF0E}"/>
              </a:ext>
            </a:extLst>
          </p:cNvPr>
          <p:cNvGrpSpPr/>
          <p:nvPr/>
        </p:nvGrpSpPr>
        <p:grpSpPr>
          <a:xfrm>
            <a:off x="2720942" y="3992972"/>
            <a:ext cx="7552236" cy="2792360"/>
            <a:chOff x="2720942" y="4145372"/>
            <a:chExt cx="7552236" cy="2792360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0DFBD47-FAFA-428F-9475-53D27F16C79A}"/>
                </a:ext>
              </a:extLst>
            </p:cNvPr>
            <p:cNvSpPr/>
            <p:nvPr/>
          </p:nvSpPr>
          <p:spPr>
            <a:xfrm rot="5890709">
              <a:off x="3139010" y="4688485"/>
              <a:ext cx="346475" cy="1182612"/>
            </a:xfrm>
            <a:prstGeom prst="ellipse">
              <a:avLst/>
            </a:prstGeom>
            <a:solidFill>
              <a:srgbClr val="2A9652"/>
            </a:solidFill>
            <a:ln w="63500">
              <a:solidFill>
                <a:srgbClr val="0505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7B7C437-A1BD-4E78-B76B-F82BFE272E67}"/>
                </a:ext>
              </a:extLst>
            </p:cNvPr>
            <p:cNvSpPr/>
            <p:nvPr/>
          </p:nvSpPr>
          <p:spPr>
            <a:xfrm rot="5400000">
              <a:off x="8835974" y="4340145"/>
              <a:ext cx="1188406" cy="1686003"/>
            </a:xfrm>
            <a:prstGeom prst="ellipse">
              <a:avLst/>
            </a:prstGeom>
            <a:solidFill>
              <a:srgbClr val="2A9652"/>
            </a:solidFill>
            <a:ln w="508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AFF94D6-DE56-4B6A-AA79-96B83E69F23B}"/>
                </a:ext>
              </a:extLst>
            </p:cNvPr>
            <p:cNvSpPr/>
            <p:nvPr/>
          </p:nvSpPr>
          <p:spPr>
            <a:xfrm rot="1963150">
              <a:off x="5134731" y="4799718"/>
              <a:ext cx="638617" cy="2138014"/>
            </a:xfrm>
            <a:prstGeom prst="ellipse">
              <a:avLst/>
            </a:prstGeom>
            <a:solidFill>
              <a:srgbClr val="2A9652"/>
            </a:solidFill>
            <a:ln w="635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B7FBE66-6641-4705-8730-50C6A303EA94}"/>
                </a:ext>
              </a:extLst>
            </p:cNvPr>
            <p:cNvSpPr/>
            <p:nvPr/>
          </p:nvSpPr>
          <p:spPr>
            <a:xfrm rot="2962601">
              <a:off x="6417219" y="4678772"/>
              <a:ext cx="539547" cy="2526915"/>
            </a:xfrm>
            <a:prstGeom prst="ellipse">
              <a:avLst/>
            </a:prstGeom>
            <a:solidFill>
              <a:srgbClr val="2A9652"/>
            </a:solidFill>
            <a:ln w="63500">
              <a:solidFill>
                <a:srgbClr val="05050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E4AFF1E-83BF-4056-8C73-216E502AAA68}"/>
                </a:ext>
              </a:extLst>
            </p:cNvPr>
            <p:cNvSpPr/>
            <p:nvPr/>
          </p:nvSpPr>
          <p:spPr>
            <a:xfrm rot="1364830">
              <a:off x="7520797" y="4598820"/>
              <a:ext cx="947637" cy="2138014"/>
            </a:xfrm>
            <a:prstGeom prst="ellipse">
              <a:avLst/>
            </a:prstGeom>
            <a:solidFill>
              <a:srgbClr val="2A9652"/>
            </a:solidFill>
            <a:ln w="635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3BD328-67DA-4890-A2D8-B92288730246}"/>
                </a:ext>
              </a:extLst>
            </p:cNvPr>
            <p:cNvSpPr/>
            <p:nvPr/>
          </p:nvSpPr>
          <p:spPr>
            <a:xfrm rot="1364830">
              <a:off x="3617075" y="4602094"/>
              <a:ext cx="958214" cy="2138014"/>
            </a:xfrm>
            <a:prstGeom prst="ellipse">
              <a:avLst/>
            </a:prstGeom>
            <a:solidFill>
              <a:srgbClr val="2A9652"/>
            </a:solidFill>
            <a:ln w="63500">
              <a:solidFill>
                <a:srgbClr val="1313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AF77613-4EC6-42AA-AC2F-33D368263B93}"/>
                </a:ext>
              </a:extLst>
            </p:cNvPr>
            <p:cNvSpPr/>
            <p:nvPr/>
          </p:nvSpPr>
          <p:spPr>
            <a:xfrm rot="5400000">
              <a:off x="5076522" y="2184810"/>
              <a:ext cx="1925260" cy="5846384"/>
            </a:xfrm>
            <a:prstGeom prst="ellipse">
              <a:avLst/>
            </a:prstGeom>
            <a:solidFill>
              <a:srgbClr val="014E31"/>
            </a:solidFill>
            <a:ln w="98425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61144DF-D69A-4D1F-A2D6-48C8A6061F3D}"/>
                </a:ext>
              </a:extLst>
            </p:cNvPr>
            <p:cNvSpPr/>
            <p:nvPr/>
          </p:nvSpPr>
          <p:spPr>
            <a:xfrm rot="5400000">
              <a:off x="9740659" y="4871820"/>
              <a:ext cx="413824" cy="379917"/>
            </a:xfrm>
            <a:prstGeom prst="ellipse">
              <a:avLst/>
            </a:prstGeom>
            <a:solidFill>
              <a:srgbClr val="00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36DC31D-EDFD-4705-A128-E5DBF9179D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18038" y="2039085"/>
              <a:ext cx="0" cy="5804156"/>
            </a:xfrm>
            <a:prstGeom prst="line">
              <a:avLst/>
            </a:prstGeom>
            <a:ln w="50800">
              <a:solidFill>
                <a:srgbClr val="0000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ED8BB88-F187-4E9D-8785-556826FBA7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0919" y="5406844"/>
              <a:ext cx="5294009" cy="211019"/>
            </a:xfrm>
            <a:prstGeom prst="line">
              <a:avLst/>
            </a:prstGeom>
            <a:ln w="50800">
              <a:solidFill>
                <a:srgbClr val="0000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5961BE1-E33C-46AE-B36A-B1619736403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044514" y="4988378"/>
              <a:ext cx="1534090" cy="250029"/>
            </a:xfrm>
            <a:prstGeom prst="line">
              <a:avLst/>
            </a:prstGeom>
            <a:ln w="50800">
              <a:solidFill>
                <a:srgbClr val="0000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B46E57F-492E-4528-8E7B-106B1022926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600830" y="4931022"/>
              <a:ext cx="1907799" cy="371419"/>
            </a:xfrm>
            <a:prstGeom prst="line">
              <a:avLst/>
            </a:prstGeom>
            <a:ln w="50800">
              <a:solidFill>
                <a:srgbClr val="0000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6F55F91-2991-4EA4-9805-EC633A456A6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092547" y="4962438"/>
              <a:ext cx="1799719" cy="200506"/>
            </a:xfrm>
            <a:prstGeom prst="line">
              <a:avLst/>
            </a:prstGeom>
            <a:ln w="50800">
              <a:solidFill>
                <a:srgbClr val="0000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4CB1130-645C-433D-AF94-E8C3AEAF9EAC}"/>
              </a:ext>
            </a:extLst>
          </p:cNvPr>
          <p:cNvGrpSpPr/>
          <p:nvPr/>
        </p:nvGrpSpPr>
        <p:grpSpPr>
          <a:xfrm rot="276489">
            <a:off x="4947197" y="3190868"/>
            <a:ext cx="2820225" cy="1849209"/>
            <a:chOff x="3040917" y="2903882"/>
            <a:chExt cx="7886178" cy="5170931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4ED6980-F8AB-4A9C-8D23-E6751CAE32D8}"/>
                </a:ext>
              </a:extLst>
            </p:cNvPr>
            <p:cNvSpPr/>
            <p:nvPr/>
          </p:nvSpPr>
          <p:spPr>
            <a:xfrm>
              <a:off x="3040917" y="2903882"/>
              <a:ext cx="7886178" cy="5170931"/>
            </a:xfrm>
            <a:custGeom>
              <a:avLst/>
              <a:gdLst>
                <a:gd name="connsiteX0" fmla="*/ 3372296 w 7886178"/>
                <a:gd name="connsiteY0" fmla="*/ 1 h 5170931"/>
                <a:gd name="connsiteX1" fmla="*/ 4883883 w 7886178"/>
                <a:gd name="connsiteY1" fmla="*/ 355133 h 5170931"/>
                <a:gd name="connsiteX2" fmla="*/ 5850634 w 7886178"/>
                <a:gd name="connsiteY2" fmla="*/ 2954257 h 5170931"/>
                <a:gd name="connsiteX3" fmla="*/ 5873248 w 7886178"/>
                <a:gd name="connsiteY3" fmla="*/ 3067160 h 5170931"/>
                <a:gd name="connsiteX4" fmla="*/ 5943454 w 7886178"/>
                <a:gd name="connsiteY4" fmla="*/ 3236421 h 5170931"/>
                <a:gd name="connsiteX5" fmla="*/ 6684513 w 7886178"/>
                <a:gd name="connsiteY5" fmla="*/ 3848836 h 5170931"/>
                <a:gd name="connsiteX6" fmla="*/ 7024830 w 7886178"/>
                <a:gd name="connsiteY6" fmla="*/ 2769973 h 5170931"/>
                <a:gd name="connsiteX7" fmla="*/ 6362490 w 7886178"/>
                <a:gd name="connsiteY7" fmla="*/ 1911250 h 5170931"/>
                <a:gd name="connsiteX8" fmla="*/ 6302266 w 7886178"/>
                <a:gd name="connsiteY8" fmla="*/ 1087921 h 5170931"/>
                <a:gd name="connsiteX9" fmla="*/ 7822596 w 7886178"/>
                <a:gd name="connsiteY9" fmla="*/ 2639451 h 5170931"/>
                <a:gd name="connsiteX10" fmla="*/ 6885512 w 7886178"/>
                <a:gd name="connsiteY10" fmla="*/ 4631667 h 5170931"/>
                <a:gd name="connsiteX11" fmla="*/ 5973646 w 7886178"/>
                <a:gd name="connsiteY11" fmla="*/ 4441986 h 5170931"/>
                <a:gd name="connsiteX12" fmla="*/ 5916844 w 7886178"/>
                <a:gd name="connsiteY12" fmla="*/ 4403966 h 5170931"/>
                <a:gd name="connsiteX13" fmla="*/ 5916844 w 7886178"/>
                <a:gd name="connsiteY13" fmla="*/ 4407624 h 5170931"/>
                <a:gd name="connsiteX14" fmla="*/ 5904445 w 7886178"/>
                <a:gd name="connsiteY14" fmla="*/ 4395667 h 5170931"/>
                <a:gd name="connsiteX15" fmla="*/ 5852690 w 7886178"/>
                <a:gd name="connsiteY15" fmla="*/ 4361024 h 5170931"/>
                <a:gd name="connsiteX16" fmla="*/ 5625283 w 7886178"/>
                <a:gd name="connsiteY16" fmla="*/ 4164207 h 5170931"/>
                <a:gd name="connsiteX17" fmla="*/ 5553168 w 7886178"/>
                <a:gd name="connsiteY17" fmla="*/ 4085355 h 5170931"/>
                <a:gd name="connsiteX18" fmla="*/ 5520677 w 7886178"/>
                <a:gd name="connsiteY18" fmla="*/ 4077768 h 5170931"/>
                <a:gd name="connsiteX19" fmla="*/ 5470037 w 7886178"/>
                <a:gd name="connsiteY19" fmla="*/ 4083072 h 5170931"/>
                <a:gd name="connsiteX20" fmla="*/ 4836991 w 7886178"/>
                <a:gd name="connsiteY20" fmla="*/ 4927133 h 5170931"/>
                <a:gd name="connsiteX21" fmla="*/ 4063268 w 7886178"/>
                <a:gd name="connsiteY21" fmla="*/ 5114703 h 5170931"/>
                <a:gd name="connsiteX22" fmla="*/ 3688129 w 7886178"/>
                <a:gd name="connsiteY22" fmla="*/ 4059626 h 5170931"/>
                <a:gd name="connsiteX23" fmla="*/ 2304806 w 7886178"/>
                <a:gd name="connsiteY23" fmla="*/ 3989287 h 5170931"/>
                <a:gd name="connsiteX24" fmla="*/ 1695206 w 7886178"/>
                <a:gd name="connsiteY24" fmla="*/ 4856795 h 5170931"/>
                <a:gd name="connsiteX25" fmla="*/ 218098 w 7886178"/>
                <a:gd name="connsiteY25" fmla="*/ 4669226 h 5170931"/>
                <a:gd name="connsiteX26" fmla="*/ 124314 w 7886178"/>
                <a:gd name="connsiteY26" fmla="*/ 3496918 h 5170931"/>
                <a:gd name="connsiteX27" fmla="*/ 1343514 w 7886178"/>
                <a:gd name="connsiteY27" fmla="*/ 472364 h 5170931"/>
                <a:gd name="connsiteX28" fmla="*/ 3372296 w 7886178"/>
                <a:gd name="connsiteY28" fmla="*/ 1 h 517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86178" h="5170931">
                  <a:moveTo>
                    <a:pt x="3372296" y="1"/>
                  </a:moveTo>
                  <a:cubicBezTo>
                    <a:pt x="3969559" y="388"/>
                    <a:pt x="4538541" y="108948"/>
                    <a:pt x="4883883" y="355133"/>
                  </a:cubicBezTo>
                  <a:cubicBezTo>
                    <a:pt x="5438897" y="750787"/>
                    <a:pt x="5667420" y="2027389"/>
                    <a:pt x="5850634" y="2954257"/>
                  </a:cubicBezTo>
                  <a:lnTo>
                    <a:pt x="5873248" y="3067160"/>
                  </a:lnTo>
                  <a:lnTo>
                    <a:pt x="5943454" y="3236421"/>
                  </a:lnTo>
                  <a:cubicBezTo>
                    <a:pt x="6126367" y="3618219"/>
                    <a:pt x="6423092" y="3870319"/>
                    <a:pt x="6684513" y="3848836"/>
                  </a:cubicBezTo>
                  <a:cubicBezTo>
                    <a:pt x="7030228" y="3820424"/>
                    <a:pt x="7185302" y="3328814"/>
                    <a:pt x="7024830" y="2769973"/>
                  </a:cubicBezTo>
                  <a:cubicBezTo>
                    <a:pt x="6905373" y="2353964"/>
                    <a:pt x="6639689" y="2009506"/>
                    <a:pt x="6362490" y="1911250"/>
                  </a:cubicBezTo>
                  <a:lnTo>
                    <a:pt x="6302266" y="1087921"/>
                  </a:lnTo>
                  <a:cubicBezTo>
                    <a:pt x="6987415" y="1154223"/>
                    <a:pt x="7621907" y="1801737"/>
                    <a:pt x="7822596" y="2639451"/>
                  </a:cubicBezTo>
                  <a:cubicBezTo>
                    <a:pt x="8053304" y="3602473"/>
                    <a:pt x="7636910" y="4487716"/>
                    <a:pt x="6885512" y="4631667"/>
                  </a:cubicBezTo>
                  <a:cubicBezTo>
                    <a:pt x="6578924" y="4690403"/>
                    <a:pt x="6260638" y="4616685"/>
                    <a:pt x="5973646" y="4441986"/>
                  </a:cubicBezTo>
                  <a:lnTo>
                    <a:pt x="5916844" y="4403966"/>
                  </a:lnTo>
                  <a:lnTo>
                    <a:pt x="5916844" y="4407624"/>
                  </a:lnTo>
                  <a:lnTo>
                    <a:pt x="5904445" y="4395667"/>
                  </a:lnTo>
                  <a:lnTo>
                    <a:pt x="5852690" y="4361024"/>
                  </a:lnTo>
                  <a:cubicBezTo>
                    <a:pt x="5773497" y="4303050"/>
                    <a:pt x="5697361" y="4237200"/>
                    <a:pt x="5625283" y="4164207"/>
                  </a:cubicBezTo>
                  <a:lnTo>
                    <a:pt x="5553168" y="4085355"/>
                  </a:lnTo>
                  <a:lnTo>
                    <a:pt x="5520677" y="4077768"/>
                  </a:lnTo>
                  <a:cubicBezTo>
                    <a:pt x="5503991" y="4076571"/>
                    <a:pt x="5487133" y="4078188"/>
                    <a:pt x="5470037" y="4083072"/>
                  </a:cubicBezTo>
                  <a:cubicBezTo>
                    <a:pt x="5251206" y="4145595"/>
                    <a:pt x="5071452" y="4755195"/>
                    <a:pt x="4836991" y="4927133"/>
                  </a:cubicBezTo>
                  <a:cubicBezTo>
                    <a:pt x="4602530" y="5099071"/>
                    <a:pt x="4254745" y="5259288"/>
                    <a:pt x="4063268" y="5114703"/>
                  </a:cubicBezTo>
                  <a:cubicBezTo>
                    <a:pt x="3871791" y="4970118"/>
                    <a:pt x="3981206" y="4247195"/>
                    <a:pt x="3688129" y="4059626"/>
                  </a:cubicBezTo>
                  <a:cubicBezTo>
                    <a:pt x="3395052" y="3872057"/>
                    <a:pt x="2636960" y="3856425"/>
                    <a:pt x="2304806" y="3989287"/>
                  </a:cubicBezTo>
                  <a:cubicBezTo>
                    <a:pt x="1972652" y="4122149"/>
                    <a:pt x="2042991" y="4743472"/>
                    <a:pt x="1695206" y="4856795"/>
                  </a:cubicBezTo>
                  <a:cubicBezTo>
                    <a:pt x="1347421" y="4970118"/>
                    <a:pt x="479913" y="4895872"/>
                    <a:pt x="218098" y="4669226"/>
                  </a:cubicBezTo>
                  <a:cubicBezTo>
                    <a:pt x="-43717" y="4442580"/>
                    <a:pt x="-63255" y="4196395"/>
                    <a:pt x="124314" y="3496918"/>
                  </a:cubicBezTo>
                  <a:cubicBezTo>
                    <a:pt x="311883" y="2797441"/>
                    <a:pt x="550252" y="995995"/>
                    <a:pt x="1343514" y="472364"/>
                  </a:cubicBezTo>
                  <a:cubicBezTo>
                    <a:pt x="1789724" y="177822"/>
                    <a:pt x="2604386" y="-498"/>
                    <a:pt x="3372296" y="1"/>
                  </a:cubicBezTo>
                  <a:close/>
                </a:path>
              </a:pathLst>
            </a:custGeom>
            <a:solidFill>
              <a:srgbClr val="4B4B4B"/>
            </a:solidFill>
            <a:ln w="635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42B7C7A-B400-4E5F-BA80-E1C7CD61B432}"/>
                </a:ext>
              </a:extLst>
            </p:cNvPr>
            <p:cNvSpPr/>
            <p:nvPr/>
          </p:nvSpPr>
          <p:spPr>
            <a:xfrm>
              <a:off x="5501912" y="3428999"/>
              <a:ext cx="1871267" cy="2917671"/>
            </a:xfrm>
            <a:custGeom>
              <a:avLst/>
              <a:gdLst>
                <a:gd name="connsiteX0" fmla="*/ 1871267 w 1871267"/>
                <a:gd name="connsiteY0" fmla="*/ 653887 h 2917671"/>
                <a:gd name="connsiteX1" fmla="*/ 1285113 w 1871267"/>
                <a:gd name="connsiteY1" fmla="*/ 161517 h 2917671"/>
                <a:gd name="connsiteX2" fmla="*/ 112805 w 1871267"/>
                <a:gd name="connsiteY2" fmla="*/ 91179 h 2917671"/>
                <a:gd name="connsiteX3" fmla="*/ 112805 w 1871267"/>
                <a:gd name="connsiteY3" fmla="*/ 1357271 h 2917671"/>
                <a:gd name="connsiteX4" fmla="*/ 698959 w 1871267"/>
                <a:gd name="connsiteY4" fmla="*/ 2787487 h 2917671"/>
                <a:gd name="connsiteX5" fmla="*/ 1543020 w 1871267"/>
                <a:gd name="connsiteY5" fmla="*/ 2764040 h 291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1267" h="2917671">
                  <a:moveTo>
                    <a:pt x="1871267" y="653887"/>
                  </a:moveTo>
                  <a:cubicBezTo>
                    <a:pt x="1724728" y="454594"/>
                    <a:pt x="1578190" y="255302"/>
                    <a:pt x="1285113" y="161517"/>
                  </a:cubicBezTo>
                  <a:cubicBezTo>
                    <a:pt x="992036" y="67732"/>
                    <a:pt x="308190" y="-108113"/>
                    <a:pt x="112805" y="91179"/>
                  </a:cubicBezTo>
                  <a:cubicBezTo>
                    <a:pt x="-82580" y="290471"/>
                    <a:pt x="15113" y="907886"/>
                    <a:pt x="112805" y="1357271"/>
                  </a:cubicBezTo>
                  <a:cubicBezTo>
                    <a:pt x="210497" y="1806656"/>
                    <a:pt x="460590" y="2553026"/>
                    <a:pt x="698959" y="2787487"/>
                  </a:cubicBezTo>
                  <a:cubicBezTo>
                    <a:pt x="937328" y="3021948"/>
                    <a:pt x="1240174" y="2892994"/>
                    <a:pt x="1543020" y="2764040"/>
                  </a:cubicBezTo>
                </a:path>
              </a:pathLst>
            </a:custGeom>
            <a:noFill/>
            <a:ln w="889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5820AC2-5930-4F40-8759-10121DB40F6C}"/>
                </a:ext>
              </a:extLst>
            </p:cNvPr>
            <p:cNvSpPr/>
            <p:nvPr/>
          </p:nvSpPr>
          <p:spPr>
            <a:xfrm>
              <a:off x="7812599" y="4703081"/>
              <a:ext cx="350505" cy="726831"/>
            </a:xfrm>
            <a:prstGeom prst="ellipse">
              <a:avLst/>
            </a:prstGeom>
            <a:solidFill>
              <a:srgbClr val="00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1DBB02E-3E8C-4F73-AB60-9627F89EF617}"/>
              </a:ext>
            </a:extLst>
          </p:cNvPr>
          <p:cNvGrpSpPr/>
          <p:nvPr/>
        </p:nvGrpSpPr>
        <p:grpSpPr>
          <a:xfrm>
            <a:off x="7123915" y="3294971"/>
            <a:ext cx="2820225" cy="1849209"/>
            <a:chOff x="7123915" y="3294971"/>
            <a:chExt cx="2820225" cy="184920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7908C03-0513-4E41-ACB3-B9659AF5DE59}"/>
                </a:ext>
              </a:extLst>
            </p:cNvPr>
            <p:cNvSpPr/>
            <p:nvPr/>
          </p:nvSpPr>
          <p:spPr>
            <a:xfrm rot="20814348">
              <a:off x="7123915" y="3294971"/>
              <a:ext cx="2820225" cy="1849209"/>
            </a:xfrm>
            <a:custGeom>
              <a:avLst/>
              <a:gdLst>
                <a:gd name="connsiteX0" fmla="*/ 3372296 w 7886178"/>
                <a:gd name="connsiteY0" fmla="*/ 1 h 5170931"/>
                <a:gd name="connsiteX1" fmla="*/ 4883883 w 7886178"/>
                <a:gd name="connsiteY1" fmla="*/ 355133 h 5170931"/>
                <a:gd name="connsiteX2" fmla="*/ 5850634 w 7886178"/>
                <a:gd name="connsiteY2" fmla="*/ 2954257 h 5170931"/>
                <a:gd name="connsiteX3" fmla="*/ 5873248 w 7886178"/>
                <a:gd name="connsiteY3" fmla="*/ 3067160 h 5170931"/>
                <a:gd name="connsiteX4" fmla="*/ 5943454 w 7886178"/>
                <a:gd name="connsiteY4" fmla="*/ 3236421 h 5170931"/>
                <a:gd name="connsiteX5" fmla="*/ 6684513 w 7886178"/>
                <a:gd name="connsiteY5" fmla="*/ 3848836 h 5170931"/>
                <a:gd name="connsiteX6" fmla="*/ 7024830 w 7886178"/>
                <a:gd name="connsiteY6" fmla="*/ 2769973 h 5170931"/>
                <a:gd name="connsiteX7" fmla="*/ 6362490 w 7886178"/>
                <a:gd name="connsiteY7" fmla="*/ 1911250 h 5170931"/>
                <a:gd name="connsiteX8" fmla="*/ 6302266 w 7886178"/>
                <a:gd name="connsiteY8" fmla="*/ 1087921 h 5170931"/>
                <a:gd name="connsiteX9" fmla="*/ 7822596 w 7886178"/>
                <a:gd name="connsiteY9" fmla="*/ 2639451 h 5170931"/>
                <a:gd name="connsiteX10" fmla="*/ 6885512 w 7886178"/>
                <a:gd name="connsiteY10" fmla="*/ 4631667 h 5170931"/>
                <a:gd name="connsiteX11" fmla="*/ 5973646 w 7886178"/>
                <a:gd name="connsiteY11" fmla="*/ 4441986 h 5170931"/>
                <a:gd name="connsiteX12" fmla="*/ 5916844 w 7886178"/>
                <a:gd name="connsiteY12" fmla="*/ 4403966 h 5170931"/>
                <a:gd name="connsiteX13" fmla="*/ 5916844 w 7886178"/>
                <a:gd name="connsiteY13" fmla="*/ 4407624 h 5170931"/>
                <a:gd name="connsiteX14" fmla="*/ 5904445 w 7886178"/>
                <a:gd name="connsiteY14" fmla="*/ 4395667 h 5170931"/>
                <a:gd name="connsiteX15" fmla="*/ 5852690 w 7886178"/>
                <a:gd name="connsiteY15" fmla="*/ 4361024 h 5170931"/>
                <a:gd name="connsiteX16" fmla="*/ 5625283 w 7886178"/>
                <a:gd name="connsiteY16" fmla="*/ 4164207 h 5170931"/>
                <a:gd name="connsiteX17" fmla="*/ 5553168 w 7886178"/>
                <a:gd name="connsiteY17" fmla="*/ 4085355 h 5170931"/>
                <a:gd name="connsiteX18" fmla="*/ 5520677 w 7886178"/>
                <a:gd name="connsiteY18" fmla="*/ 4077768 h 5170931"/>
                <a:gd name="connsiteX19" fmla="*/ 5470037 w 7886178"/>
                <a:gd name="connsiteY19" fmla="*/ 4083072 h 5170931"/>
                <a:gd name="connsiteX20" fmla="*/ 4836991 w 7886178"/>
                <a:gd name="connsiteY20" fmla="*/ 4927133 h 5170931"/>
                <a:gd name="connsiteX21" fmla="*/ 4063268 w 7886178"/>
                <a:gd name="connsiteY21" fmla="*/ 5114703 h 5170931"/>
                <a:gd name="connsiteX22" fmla="*/ 3688129 w 7886178"/>
                <a:gd name="connsiteY22" fmla="*/ 4059626 h 5170931"/>
                <a:gd name="connsiteX23" fmla="*/ 2304806 w 7886178"/>
                <a:gd name="connsiteY23" fmla="*/ 3989287 h 5170931"/>
                <a:gd name="connsiteX24" fmla="*/ 1695206 w 7886178"/>
                <a:gd name="connsiteY24" fmla="*/ 4856795 h 5170931"/>
                <a:gd name="connsiteX25" fmla="*/ 218098 w 7886178"/>
                <a:gd name="connsiteY25" fmla="*/ 4669226 h 5170931"/>
                <a:gd name="connsiteX26" fmla="*/ 124314 w 7886178"/>
                <a:gd name="connsiteY26" fmla="*/ 3496918 h 5170931"/>
                <a:gd name="connsiteX27" fmla="*/ 1343514 w 7886178"/>
                <a:gd name="connsiteY27" fmla="*/ 472364 h 5170931"/>
                <a:gd name="connsiteX28" fmla="*/ 3372296 w 7886178"/>
                <a:gd name="connsiteY28" fmla="*/ 1 h 517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86178" h="5170931">
                  <a:moveTo>
                    <a:pt x="3372296" y="1"/>
                  </a:moveTo>
                  <a:cubicBezTo>
                    <a:pt x="3969559" y="388"/>
                    <a:pt x="4538541" y="108948"/>
                    <a:pt x="4883883" y="355133"/>
                  </a:cubicBezTo>
                  <a:cubicBezTo>
                    <a:pt x="5438897" y="750787"/>
                    <a:pt x="5667420" y="2027389"/>
                    <a:pt x="5850634" y="2954257"/>
                  </a:cubicBezTo>
                  <a:lnTo>
                    <a:pt x="5873248" y="3067160"/>
                  </a:lnTo>
                  <a:lnTo>
                    <a:pt x="5943454" y="3236421"/>
                  </a:lnTo>
                  <a:cubicBezTo>
                    <a:pt x="6126367" y="3618219"/>
                    <a:pt x="6423092" y="3870319"/>
                    <a:pt x="6684513" y="3848836"/>
                  </a:cubicBezTo>
                  <a:cubicBezTo>
                    <a:pt x="7030228" y="3820424"/>
                    <a:pt x="7185302" y="3328814"/>
                    <a:pt x="7024830" y="2769973"/>
                  </a:cubicBezTo>
                  <a:cubicBezTo>
                    <a:pt x="6905373" y="2353964"/>
                    <a:pt x="6639689" y="2009506"/>
                    <a:pt x="6362490" y="1911250"/>
                  </a:cubicBezTo>
                  <a:lnTo>
                    <a:pt x="6302266" y="1087921"/>
                  </a:lnTo>
                  <a:cubicBezTo>
                    <a:pt x="6987415" y="1154223"/>
                    <a:pt x="7621907" y="1801737"/>
                    <a:pt x="7822596" y="2639451"/>
                  </a:cubicBezTo>
                  <a:cubicBezTo>
                    <a:pt x="8053304" y="3602473"/>
                    <a:pt x="7636910" y="4487716"/>
                    <a:pt x="6885512" y="4631667"/>
                  </a:cubicBezTo>
                  <a:cubicBezTo>
                    <a:pt x="6578924" y="4690403"/>
                    <a:pt x="6260638" y="4616685"/>
                    <a:pt x="5973646" y="4441986"/>
                  </a:cubicBezTo>
                  <a:lnTo>
                    <a:pt x="5916844" y="4403966"/>
                  </a:lnTo>
                  <a:lnTo>
                    <a:pt x="5916844" y="4407624"/>
                  </a:lnTo>
                  <a:lnTo>
                    <a:pt x="5904445" y="4395667"/>
                  </a:lnTo>
                  <a:lnTo>
                    <a:pt x="5852690" y="4361024"/>
                  </a:lnTo>
                  <a:cubicBezTo>
                    <a:pt x="5773497" y="4303050"/>
                    <a:pt x="5697361" y="4237200"/>
                    <a:pt x="5625283" y="4164207"/>
                  </a:cubicBezTo>
                  <a:lnTo>
                    <a:pt x="5553168" y="4085355"/>
                  </a:lnTo>
                  <a:lnTo>
                    <a:pt x="5520677" y="4077768"/>
                  </a:lnTo>
                  <a:cubicBezTo>
                    <a:pt x="5503991" y="4076571"/>
                    <a:pt x="5487133" y="4078188"/>
                    <a:pt x="5470037" y="4083072"/>
                  </a:cubicBezTo>
                  <a:cubicBezTo>
                    <a:pt x="5251206" y="4145595"/>
                    <a:pt x="5071452" y="4755195"/>
                    <a:pt x="4836991" y="4927133"/>
                  </a:cubicBezTo>
                  <a:cubicBezTo>
                    <a:pt x="4602530" y="5099071"/>
                    <a:pt x="4254745" y="5259288"/>
                    <a:pt x="4063268" y="5114703"/>
                  </a:cubicBezTo>
                  <a:cubicBezTo>
                    <a:pt x="3871791" y="4970118"/>
                    <a:pt x="3981206" y="4247195"/>
                    <a:pt x="3688129" y="4059626"/>
                  </a:cubicBezTo>
                  <a:cubicBezTo>
                    <a:pt x="3395052" y="3872057"/>
                    <a:pt x="2636960" y="3856425"/>
                    <a:pt x="2304806" y="3989287"/>
                  </a:cubicBezTo>
                  <a:cubicBezTo>
                    <a:pt x="1972652" y="4122149"/>
                    <a:pt x="2042991" y="4743472"/>
                    <a:pt x="1695206" y="4856795"/>
                  </a:cubicBezTo>
                  <a:cubicBezTo>
                    <a:pt x="1347421" y="4970118"/>
                    <a:pt x="479913" y="4895872"/>
                    <a:pt x="218098" y="4669226"/>
                  </a:cubicBezTo>
                  <a:cubicBezTo>
                    <a:pt x="-43717" y="4442580"/>
                    <a:pt x="-63255" y="4196395"/>
                    <a:pt x="124314" y="3496918"/>
                  </a:cubicBezTo>
                  <a:cubicBezTo>
                    <a:pt x="311883" y="2797441"/>
                    <a:pt x="550252" y="995995"/>
                    <a:pt x="1343514" y="472364"/>
                  </a:cubicBezTo>
                  <a:cubicBezTo>
                    <a:pt x="1789724" y="177822"/>
                    <a:pt x="2604386" y="-498"/>
                    <a:pt x="3372296" y="1"/>
                  </a:cubicBezTo>
                  <a:close/>
                </a:path>
              </a:pathLst>
            </a:custGeom>
            <a:solidFill>
              <a:srgbClr val="4B4B4B"/>
            </a:solidFill>
            <a:ln w="635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A8746F5-D871-4987-A748-B7B1ECB322B6}"/>
                </a:ext>
              </a:extLst>
            </p:cNvPr>
            <p:cNvSpPr/>
            <p:nvPr/>
          </p:nvSpPr>
          <p:spPr>
            <a:xfrm rot="20814348">
              <a:off x="7960354" y="3532628"/>
              <a:ext cx="669195" cy="1043407"/>
            </a:xfrm>
            <a:custGeom>
              <a:avLst/>
              <a:gdLst>
                <a:gd name="connsiteX0" fmla="*/ 1871267 w 1871267"/>
                <a:gd name="connsiteY0" fmla="*/ 653887 h 2917671"/>
                <a:gd name="connsiteX1" fmla="*/ 1285113 w 1871267"/>
                <a:gd name="connsiteY1" fmla="*/ 161517 h 2917671"/>
                <a:gd name="connsiteX2" fmla="*/ 112805 w 1871267"/>
                <a:gd name="connsiteY2" fmla="*/ 91179 h 2917671"/>
                <a:gd name="connsiteX3" fmla="*/ 112805 w 1871267"/>
                <a:gd name="connsiteY3" fmla="*/ 1357271 h 2917671"/>
                <a:gd name="connsiteX4" fmla="*/ 698959 w 1871267"/>
                <a:gd name="connsiteY4" fmla="*/ 2787487 h 2917671"/>
                <a:gd name="connsiteX5" fmla="*/ 1543020 w 1871267"/>
                <a:gd name="connsiteY5" fmla="*/ 2764040 h 291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1267" h="2917671">
                  <a:moveTo>
                    <a:pt x="1871267" y="653887"/>
                  </a:moveTo>
                  <a:cubicBezTo>
                    <a:pt x="1724728" y="454594"/>
                    <a:pt x="1578190" y="255302"/>
                    <a:pt x="1285113" y="161517"/>
                  </a:cubicBezTo>
                  <a:cubicBezTo>
                    <a:pt x="992036" y="67732"/>
                    <a:pt x="308190" y="-108113"/>
                    <a:pt x="112805" y="91179"/>
                  </a:cubicBezTo>
                  <a:cubicBezTo>
                    <a:pt x="-82580" y="290471"/>
                    <a:pt x="15113" y="907886"/>
                    <a:pt x="112805" y="1357271"/>
                  </a:cubicBezTo>
                  <a:cubicBezTo>
                    <a:pt x="210497" y="1806656"/>
                    <a:pt x="460590" y="2553026"/>
                    <a:pt x="698959" y="2787487"/>
                  </a:cubicBezTo>
                  <a:cubicBezTo>
                    <a:pt x="937328" y="3021948"/>
                    <a:pt x="1240174" y="2892994"/>
                    <a:pt x="1543020" y="2764040"/>
                  </a:cubicBezTo>
                </a:path>
              </a:pathLst>
            </a:custGeom>
            <a:noFill/>
            <a:ln w="889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7FC66E8-20FC-4093-A69F-A25433B86770}"/>
                </a:ext>
              </a:extLst>
            </p:cNvPr>
            <p:cNvSpPr/>
            <p:nvPr/>
          </p:nvSpPr>
          <p:spPr>
            <a:xfrm rot="20814348">
              <a:off x="8786753" y="3860995"/>
              <a:ext cx="125346" cy="259927"/>
            </a:xfrm>
            <a:prstGeom prst="ellipse">
              <a:avLst/>
            </a:prstGeom>
            <a:solidFill>
              <a:srgbClr val="00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8386105-6087-4B64-B304-2270F330BDC9}"/>
              </a:ext>
            </a:extLst>
          </p:cNvPr>
          <p:cNvGrpSpPr/>
          <p:nvPr/>
        </p:nvGrpSpPr>
        <p:grpSpPr>
          <a:xfrm rot="685963" flipH="1">
            <a:off x="1801514" y="3095930"/>
            <a:ext cx="3305957" cy="1849209"/>
            <a:chOff x="3040917" y="2903882"/>
            <a:chExt cx="7886178" cy="517093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7448841-199A-4E55-9D47-545CA1FBA296}"/>
                </a:ext>
              </a:extLst>
            </p:cNvPr>
            <p:cNvSpPr/>
            <p:nvPr/>
          </p:nvSpPr>
          <p:spPr>
            <a:xfrm>
              <a:off x="3040917" y="2903882"/>
              <a:ext cx="7886178" cy="5170931"/>
            </a:xfrm>
            <a:custGeom>
              <a:avLst/>
              <a:gdLst>
                <a:gd name="connsiteX0" fmla="*/ 3372296 w 7886178"/>
                <a:gd name="connsiteY0" fmla="*/ 1 h 5170931"/>
                <a:gd name="connsiteX1" fmla="*/ 4883883 w 7886178"/>
                <a:gd name="connsiteY1" fmla="*/ 355133 h 5170931"/>
                <a:gd name="connsiteX2" fmla="*/ 5850634 w 7886178"/>
                <a:gd name="connsiteY2" fmla="*/ 2954257 h 5170931"/>
                <a:gd name="connsiteX3" fmla="*/ 5873248 w 7886178"/>
                <a:gd name="connsiteY3" fmla="*/ 3067160 h 5170931"/>
                <a:gd name="connsiteX4" fmla="*/ 5943454 w 7886178"/>
                <a:gd name="connsiteY4" fmla="*/ 3236421 h 5170931"/>
                <a:gd name="connsiteX5" fmla="*/ 6684513 w 7886178"/>
                <a:gd name="connsiteY5" fmla="*/ 3848836 h 5170931"/>
                <a:gd name="connsiteX6" fmla="*/ 7024830 w 7886178"/>
                <a:gd name="connsiteY6" fmla="*/ 2769973 h 5170931"/>
                <a:gd name="connsiteX7" fmla="*/ 6362490 w 7886178"/>
                <a:gd name="connsiteY7" fmla="*/ 1911250 h 5170931"/>
                <a:gd name="connsiteX8" fmla="*/ 6302266 w 7886178"/>
                <a:gd name="connsiteY8" fmla="*/ 1087921 h 5170931"/>
                <a:gd name="connsiteX9" fmla="*/ 7822596 w 7886178"/>
                <a:gd name="connsiteY9" fmla="*/ 2639451 h 5170931"/>
                <a:gd name="connsiteX10" fmla="*/ 6885512 w 7886178"/>
                <a:gd name="connsiteY10" fmla="*/ 4631667 h 5170931"/>
                <a:gd name="connsiteX11" fmla="*/ 5973646 w 7886178"/>
                <a:gd name="connsiteY11" fmla="*/ 4441986 h 5170931"/>
                <a:gd name="connsiteX12" fmla="*/ 5916844 w 7886178"/>
                <a:gd name="connsiteY12" fmla="*/ 4403966 h 5170931"/>
                <a:gd name="connsiteX13" fmla="*/ 5916844 w 7886178"/>
                <a:gd name="connsiteY13" fmla="*/ 4407624 h 5170931"/>
                <a:gd name="connsiteX14" fmla="*/ 5904445 w 7886178"/>
                <a:gd name="connsiteY14" fmla="*/ 4395667 h 5170931"/>
                <a:gd name="connsiteX15" fmla="*/ 5852690 w 7886178"/>
                <a:gd name="connsiteY15" fmla="*/ 4361024 h 5170931"/>
                <a:gd name="connsiteX16" fmla="*/ 5625283 w 7886178"/>
                <a:gd name="connsiteY16" fmla="*/ 4164207 h 5170931"/>
                <a:gd name="connsiteX17" fmla="*/ 5553168 w 7886178"/>
                <a:gd name="connsiteY17" fmla="*/ 4085355 h 5170931"/>
                <a:gd name="connsiteX18" fmla="*/ 5520677 w 7886178"/>
                <a:gd name="connsiteY18" fmla="*/ 4077768 h 5170931"/>
                <a:gd name="connsiteX19" fmla="*/ 5470037 w 7886178"/>
                <a:gd name="connsiteY19" fmla="*/ 4083072 h 5170931"/>
                <a:gd name="connsiteX20" fmla="*/ 4836991 w 7886178"/>
                <a:gd name="connsiteY20" fmla="*/ 4927133 h 5170931"/>
                <a:gd name="connsiteX21" fmla="*/ 4063268 w 7886178"/>
                <a:gd name="connsiteY21" fmla="*/ 5114703 h 5170931"/>
                <a:gd name="connsiteX22" fmla="*/ 3688129 w 7886178"/>
                <a:gd name="connsiteY22" fmla="*/ 4059626 h 5170931"/>
                <a:gd name="connsiteX23" fmla="*/ 2304806 w 7886178"/>
                <a:gd name="connsiteY23" fmla="*/ 3989287 h 5170931"/>
                <a:gd name="connsiteX24" fmla="*/ 1695206 w 7886178"/>
                <a:gd name="connsiteY24" fmla="*/ 4856795 h 5170931"/>
                <a:gd name="connsiteX25" fmla="*/ 218098 w 7886178"/>
                <a:gd name="connsiteY25" fmla="*/ 4669226 h 5170931"/>
                <a:gd name="connsiteX26" fmla="*/ 124314 w 7886178"/>
                <a:gd name="connsiteY26" fmla="*/ 3496918 h 5170931"/>
                <a:gd name="connsiteX27" fmla="*/ 1343514 w 7886178"/>
                <a:gd name="connsiteY27" fmla="*/ 472364 h 5170931"/>
                <a:gd name="connsiteX28" fmla="*/ 3372296 w 7886178"/>
                <a:gd name="connsiteY28" fmla="*/ 1 h 517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86178" h="5170931">
                  <a:moveTo>
                    <a:pt x="3372296" y="1"/>
                  </a:moveTo>
                  <a:cubicBezTo>
                    <a:pt x="3969559" y="388"/>
                    <a:pt x="4538541" y="108948"/>
                    <a:pt x="4883883" y="355133"/>
                  </a:cubicBezTo>
                  <a:cubicBezTo>
                    <a:pt x="5438897" y="750787"/>
                    <a:pt x="5667420" y="2027389"/>
                    <a:pt x="5850634" y="2954257"/>
                  </a:cubicBezTo>
                  <a:lnTo>
                    <a:pt x="5873248" y="3067160"/>
                  </a:lnTo>
                  <a:lnTo>
                    <a:pt x="5943454" y="3236421"/>
                  </a:lnTo>
                  <a:cubicBezTo>
                    <a:pt x="6126367" y="3618219"/>
                    <a:pt x="6423092" y="3870319"/>
                    <a:pt x="6684513" y="3848836"/>
                  </a:cubicBezTo>
                  <a:cubicBezTo>
                    <a:pt x="7030228" y="3820424"/>
                    <a:pt x="7185302" y="3328814"/>
                    <a:pt x="7024830" y="2769973"/>
                  </a:cubicBezTo>
                  <a:cubicBezTo>
                    <a:pt x="6905373" y="2353964"/>
                    <a:pt x="6639689" y="2009506"/>
                    <a:pt x="6362490" y="1911250"/>
                  </a:cubicBezTo>
                  <a:lnTo>
                    <a:pt x="6302266" y="1087921"/>
                  </a:lnTo>
                  <a:cubicBezTo>
                    <a:pt x="6987415" y="1154223"/>
                    <a:pt x="7621907" y="1801737"/>
                    <a:pt x="7822596" y="2639451"/>
                  </a:cubicBezTo>
                  <a:cubicBezTo>
                    <a:pt x="8053304" y="3602473"/>
                    <a:pt x="7636910" y="4487716"/>
                    <a:pt x="6885512" y="4631667"/>
                  </a:cubicBezTo>
                  <a:cubicBezTo>
                    <a:pt x="6578924" y="4690403"/>
                    <a:pt x="6260638" y="4616685"/>
                    <a:pt x="5973646" y="4441986"/>
                  </a:cubicBezTo>
                  <a:lnTo>
                    <a:pt x="5916844" y="4403966"/>
                  </a:lnTo>
                  <a:lnTo>
                    <a:pt x="5916844" y="4407624"/>
                  </a:lnTo>
                  <a:lnTo>
                    <a:pt x="5904445" y="4395667"/>
                  </a:lnTo>
                  <a:lnTo>
                    <a:pt x="5852690" y="4361024"/>
                  </a:lnTo>
                  <a:cubicBezTo>
                    <a:pt x="5773497" y="4303050"/>
                    <a:pt x="5697361" y="4237200"/>
                    <a:pt x="5625283" y="4164207"/>
                  </a:cubicBezTo>
                  <a:lnTo>
                    <a:pt x="5553168" y="4085355"/>
                  </a:lnTo>
                  <a:lnTo>
                    <a:pt x="5520677" y="4077768"/>
                  </a:lnTo>
                  <a:cubicBezTo>
                    <a:pt x="5503991" y="4076571"/>
                    <a:pt x="5487133" y="4078188"/>
                    <a:pt x="5470037" y="4083072"/>
                  </a:cubicBezTo>
                  <a:cubicBezTo>
                    <a:pt x="5251206" y="4145595"/>
                    <a:pt x="5071452" y="4755195"/>
                    <a:pt x="4836991" y="4927133"/>
                  </a:cubicBezTo>
                  <a:cubicBezTo>
                    <a:pt x="4602530" y="5099071"/>
                    <a:pt x="4254745" y="5259288"/>
                    <a:pt x="4063268" y="5114703"/>
                  </a:cubicBezTo>
                  <a:cubicBezTo>
                    <a:pt x="3871791" y="4970118"/>
                    <a:pt x="3981206" y="4247195"/>
                    <a:pt x="3688129" y="4059626"/>
                  </a:cubicBezTo>
                  <a:cubicBezTo>
                    <a:pt x="3395052" y="3872057"/>
                    <a:pt x="2636960" y="3856425"/>
                    <a:pt x="2304806" y="3989287"/>
                  </a:cubicBezTo>
                  <a:cubicBezTo>
                    <a:pt x="1972652" y="4122149"/>
                    <a:pt x="2042991" y="4743472"/>
                    <a:pt x="1695206" y="4856795"/>
                  </a:cubicBezTo>
                  <a:cubicBezTo>
                    <a:pt x="1347421" y="4970118"/>
                    <a:pt x="479913" y="4895872"/>
                    <a:pt x="218098" y="4669226"/>
                  </a:cubicBezTo>
                  <a:cubicBezTo>
                    <a:pt x="-43717" y="4442580"/>
                    <a:pt x="-63255" y="4196395"/>
                    <a:pt x="124314" y="3496918"/>
                  </a:cubicBezTo>
                  <a:cubicBezTo>
                    <a:pt x="311883" y="2797441"/>
                    <a:pt x="550252" y="995995"/>
                    <a:pt x="1343514" y="472364"/>
                  </a:cubicBezTo>
                  <a:cubicBezTo>
                    <a:pt x="1789724" y="177822"/>
                    <a:pt x="2604386" y="-498"/>
                    <a:pt x="3372296" y="1"/>
                  </a:cubicBezTo>
                  <a:close/>
                </a:path>
              </a:pathLst>
            </a:custGeom>
            <a:solidFill>
              <a:srgbClr val="4B4B4B"/>
            </a:solidFill>
            <a:ln w="635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970D8FA-6BB7-4C7E-931E-D0BD89516762}"/>
                </a:ext>
              </a:extLst>
            </p:cNvPr>
            <p:cNvSpPr/>
            <p:nvPr/>
          </p:nvSpPr>
          <p:spPr>
            <a:xfrm>
              <a:off x="5501912" y="3428999"/>
              <a:ext cx="1871267" cy="2917671"/>
            </a:xfrm>
            <a:custGeom>
              <a:avLst/>
              <a:gdLst>
                <a:gd name="connsiteX0" fmla="*/ 1871267 w 1871267"/>
                <a:gd name="connsiteY0" fmla="*/ 653887 h 2917671"/>
                <a:gd name="connsiteX1" fmla="*/ 1285113 w 1871267"/>
                <a:gd name="connsiteY1" fmla="*/ 161517 h 2917671"/>
                <a:gd name="connsiteX2" fmla="*/ 112805 w 1871267"/>
                <a:gd name="connsiteY2" fmla="*/ 91179 h 2917671"/>
                <a:gd name="connsiteX3" fmla="*/ 112805 w 1871267"/>
                <a:gd name="connsiteY3" fmla="*/ 1357271 h 2917671"/>
                <a:gd name="connsiteX4" fmla="*/ 698959 w 1871267"/>
                <a:gd name="connsiteY4" fmla="*/ 2787487 h 2917671"/>
                <a:gd name="connsiteX5" fmla="*/ 1543020 w 1871267"/>
                <a:gd name="connsiteY5" fmla="*/ 2764040 h 2917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1267" h="2917671">
                  <a:moveTo>
                    <a:pt x="1871267" y="653887"/>
                  </a:moveTo>
                  <a:cubicBezTo>
                    <a:pt x="1724728" y="454594"/>
                    <a:pt x="1578190" y="255302"/>
                    <a:pt x="1285113" y="161517"/>
                  </a:cubicBezTo>
                  <a:cubicBezTo>
                    <a:pt x="992036" y="67732"/>
                    <a:pt x="308190" y="-108113"/>
                    <a:pt x="112805" y="91179"/>
                  </a:cubicBezTo>
                  <a:cubicBezTo>
                    <a:pt x="-82580" y="290471"/>
                    <a:pt x="15113" y="907886"/>
                    <a:pt x="112805" y="1357271"/>
                  </a:cubicBezTo>
                  <a:cubicBezTo>
                    <a:pt x="210497" y="1806656"/>
                    <a:pt x="460590" y="2553026"/>
                    <a:pt x="698959" y="2787487"/>
                  </a:cubicBezTo>
                  <a:cubicBezTo>
                    <a:pt x="937328" y="3021948"/>
                    <a:pt x="1240174" y="2892994"/>
                    <a:pt x="1543020" y="2764040"/>
                  </a:cubicBezTo>
                </a:path>
              </a:pathLst>
            </a:custGeom>
            <a:noFill/>
            <a:ln w="88900">
              <a:solidFill>
                <a:srgbClr val="0000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ABBD129-985F-4237-B3C4-F03B8CE90D48}"/>
                </a:ext>
              </a:extLst>
            </p:cNvPr>
            <p:cNvSpPr/>
            <p:nvPr/>
          </p:nvSpPr>
          <p:spPr>
            <a:xfrm>
              <a:off x="7812599" y="4703081"/>
              <a:ext cx="350505" cy="726831"/>
            </a:xfrm>
            <a:prstGeom prst="ellipse">
              <a:avLst/>
            </a:prstGeom>
            <a:solidFill>
              <a:srgbClr val="00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3A8E325-40E8-4945-9344-98CB80494E02}"/>
              </a:ext>
            </a:extLst>
          </p:cNvPr>
          <p:cNvGrpSpPr/>
          <p:nvPr/>
        </p:nvGrpSpPr>
        <p:grpSpPr>
          <a:xfrm>
            <a:off x="1966776" y="61993"/>
            <a:ext cx="8201337" cy="3958541"/>
            <a:chOff x="1966776" y="214393"/>
            <a:chExt cx="8201337" cy="395854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7A84EB7-ECE5-4CBE-AEEC-E48BFB06B6E9}"/>
                </a:ext>
              </a:extLst>
            </p:cNvPr>
            <p:cNvSpPr/>
            <p:nvPr/>
          </p:nvSpPr>
          <p:spPr>
            <a:xfrm>
              <a:off x="2108521" y="214393"/>
              <a:ext cx="7974957" cy="3958541"/>
            </a:xfrm>
            <a:prstGeom prst="ellipse">
              <a:avLst/>
            </a:prstGeom>
            <a:solidFill>
              <a:srgbClr val="274191"/>
            </a:solidFill>
            <a:ln w="53975">
              <a:gradFill>
                <a:gsLst>
                  <a:gs pos="0">
                    <a:srgbClr val="410A09"/>
                  </a:gs>
                  <a:gs pos="90000">
                    <a:srgbClr val="774B60"/>
                  </a:gs>
                </a:gsLst>
                <a:lin ang="2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068933-CD2E-49AA-802E-7B63B6D4C296}"/>
                </a:ext>
              </a:extLst>
            </p:cNvPr>
            <p:cNvSpPr/>
            <p:nvPr/>
          </p:nvSpPr>
          <p:spPr>
            <a:xfrm rot="3412125">
              <a:off x="2908071" y="-507800"/>
              <a:ext cx="2463419" cy="4346009"/>
            </a:xfrm>
            <a:custGeom>
              <a:avLst/>
              <a:gdLst>
                <a:gd name="connsiteX0" fmla="*/ 862710 w 2463419"/>
                <a:gd name="connsiteY0" fmla="*/ 103073 h 4346009"/>
                <a:gd name="connsiteX1" fmla="*/ 995765 w 2463419"/>
                <a:gd name="connsiteY1" fmla="*/ 45747 h 4346009"/>
                <a:gd name="connsiteX2" fmla="*/ 1227466 w 2463419"/>
                <a:gd name="connsiteY2" fmla="*/ 772 h 4346009"/>
                <a:gd name="connsiteX3" fmla="*/ 1273964 w 2463419"/>
                <a:gd name="connsiteY3" fmla="*/ 9392 h 4346009"/>
                <a:gd name="connsiteX4" fmla="*/ 1603047 w 2463419"/>
                <a:gd name="connsiteY4" fmla="*/ 993701 h 4346009"/>
                <a:gd name="connsiteX5" fmla="*/ 1479641 w 2463419"/>
                <a:gd name="connsiteY5" fmla="*/ 1236583 h 4346009"/>
                <a:gd name="connsiteX6" fmla="*/ 1366519 w 2463419"/>
                <a:gd name="connsiteY6" fmla="*/ 1172667 h 4346009"/>
                <a:gd name="connsiteX7" fmla="*/ 1140274 w 2463419"/>
                <a:gd name="connsiteY7" fmla="*/ 1517814 h 4346009"/>
                <a:gd name="connsiteX8" fmla="*/ 677502 w 2463419"/>
                <a:gd name="connsiteY8" fmla="*/ 1786262 h 4346009"/>
                <a:gd name="connsiteX9" fmla="*/ 362721 w 2463419"/>
                <a:gd name="connsiteY9" fmla="*/ 2180545 h 4346009"/>
                <a:gd name="connsiteX10" fmla="*/ 348260 w 2463419"/>
                <a:gd name="connsiteY10" fmla="*/ 2201170 h 4346009"/>
                <a:gd name="connsiteX11" fmla="*/ 346710 w 2463419"/>
                <a:gd name="connsiteY11" fmla="*/ 2246168 h 4346009"/>
                <a:gd name="connsiteX12" fmla="*/ 348619 w 2463419"/>
                <a:gd name="connsiteY12" fmla="*/ 2279959 h 4346009"/>
                <a:gd name="connsiteX13" fmla="*/ 370223 w 2463419"/>
                <a:gd name="connsiteY13" fmla="*/ 2294957 h 4346009"/>
                <a:gd name="connsiteX14" fmla="*/ 965449 w 2463419"/>
                <a:gd name="connsiteY14" fmla="*/ 2693871 h 4346009"/>
                <a:gd name="connsiteX15" fmla="*/ 1366519 w 2463419"/>
                <a:gd name="connsiteY15" fmla="*/ 2719438 h 4346009"/>
                <a:gd name="connsiteX16" fmla="*/ 1561911 w 2463419"/>
                <a:gd name="connsiteY16" fmla="*/ 3205201 h 4346009"/>
                <a:gd name="connsiteX17" fmla="*/ 2024684 w 2463419"/>
                <a:gd name="connsiteY17" fmla="*/ 2936753 h 4346009"/>
                <a:gd name="connsiteX18" fmla="*/ 2456604 w 2463419"/>
                <a:gd name="connsiteY18" fmla="*/ 3039019 h 4346009"/>
                <a:gd name="connsiteX19" fmla="*/ 2281779 w 2463419"/>
                <a:gd name="connsiteY19" fmla="*/ 3652614 h 4346009"/>
                <a:gd name="connsiteX20" fmla="*/ 2209150 w 2463419"/>
                <a:gd name="connsiteY20" fmla="*/ 3994566 h 4346009"/>
                <a:gd name="connsiteX21" fmla="*/ 2200795 w 2463419"/>
                <a:gd name="connsiteY21" fmla="*/ 4050331 h 4346009"/>
                <a:gd name="connsiteX22" fmla="*/ 2108625 w 2463419"/>
                <a:gd name="connsiteY22" fmla="*/ 4099809 h 4346009"/>
                <a:gd name="connsiteX23" fmla="*/ 1147511 w 2463419"/>
                <a:gd name="connsiteY23" fmla="*/ 4345769 h 4346009"/>
                <a:gd name="connsiteX24" fmla="*/ 991131 w 2463419"/>
                <a:gd name="connsiteY24" fmla="*/ 4330032 h 4346009"/>
                <a:gd name="connsiteX25" fmla="*/ 980875 w 2463419"/>
                <a:gd name="connsiteY25" fmla="*/ 4253426 h 4346009"/>
                <a:gd name="connsiteX26" fmla="*/ 944882 w 2463419"/>
                <a:gd name="connsiteY26" fmla="*/ 3997762 h 4346009"/>
                <a:gd name="connsiteX27" fmla="*/ 718637 w 2463419"/>
                <a:gd name="connsiteY27" fmla="*/ 3627048 h 4346009"/>
                <a:gd name="connsiteX28" fmla="*/ 451258 w 2463419"/>
                <a:gd name="connsiteY28" fmla="*/ 3179634 h 4346009"/>
                <a:gd name="connsiteX29" fmla="*/ 68628 w 2463419"/>
                <a:gd name="connsiteY29" fmla="*/ 2822228 h 4346009"/>
                <a:gd name="connsiteX30" fmla="*/ 164 w 2463419"/>
                <a:gd name="connsiteY30" fmla="*/ 2744788 h 4346009"/>
                <a:gd name="connsiteX31" fmla="*/ 0 w 2463419"/>
                <a:gd name="connsiteY31" fmla="*/ 2723574 h 4346009"/>
                <a:gd name="connsiteX32" fmla="*/ 673005 w 2463419"/>
                <a:gd name="connsiteY32" fmla="*/ 448159 h 434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463419" h="4346009">
                  <a:moveTo>
                    <a:pt x="862710" y="103073"/>
                  </a:moveTo>
                  <a:lnTo>
                    <a:pt x="995765" y="45747"/>
                  </a:lnTo>
                  <a:cubicBezTo>
                    <a:pt x="1084061" y="13332"/>
                    <a:pt x="1164473" y="-3964"/>
                    <a:pt x="1227466" y="772"/>
                  </a:cubicBezTo>
                  <a:cubicBezTo>
                    <a:pt x="1244264" y="2035"/>
                    <a:pt x="1259824" y="4865"/>
                    <a:pt x="1273964" y="9392"/>
                  </a:cubicBezTo>
                  <a:cubicBezTo>
                    <a:pt x="1500208" y="81831"/>
                    <a:pt x="1568767" y="789170"/>
                    <a:pt x="1603047" y="993701"/>
                  </a:cubicBezTo>
                  <a:cubicBezTo>
                    <a:pt x="1637326" y="1198233"/>
                    <a:pt x="1519062" y="1206755"/>
                    <a:pt x="1479641" y="1236583"/>
                  </a:cubicBezTo>
                  <a:cubicBezTo>
                    <a:pt x="1440219" y="1266411"/>
                    <a:pt x="1423080" y="1125795"/>
                    <a:pt x="1366519" y="1172667"/>
                  </a:cubicBezTo>
                  <a:cubicBezTo>
                    <a:pt x="1309958" y="1219539"/>
                    <a:pt x="1255111" y="1415548"/>
                    <a:pt x="1140274" y="1517814"/>
                  </a:cubicBezTo>
                  <a:cubicBezTo>
                    <a:pt x="1025438" y="1620080"/>
                    <a:pt x="818048" y="1660560"/>
                    <a:pt x="677502" y="1786262"/>
                  </a:cubicBezTo>
                  <a:cubicBezTo>
                    <a:pt x="572093" y="1880538"/>
                    <a:pt x="445474" y="2062300"/>
                    <a:pt x="362721" y="2180545"/>
                  </a:cubicBezTo>
                  <a:lnTo>
                    <a:pt x="348260" y="2201170"/>
                  </a:lnTo>
                  <a:lnTo>
                    <a:pt x="346710" y="2246168"/>
                  </a:lnTo>
                  <a:lnTo>
                    <a:pt x="348619" y="2279959"/>
                  </a:lnTo>
                  <a:lnTo>
                    <a:pt x="370223" y="2294957"/>
                  </a:lnTo>
                  <a:cubicBezTo>
                    <a:pt x="516470" y="2398159"/>
                    <a:pt x="812478" y="2626759"/>
                    <a:pt x="965449" y="2693871"/>
                  </a:cubicBezTo>
                  <a:cubicBezTo>
                    <a:pt x="1140274" y="2770571"/>
                    <a:pt x="1267108" y="2634217"/>
                    <a:pt x="1366519" y="2719438"/>
                  </a:cubicBezTo>
                  <a:cubicBezTo>
                    <a:pt x="1465929" y="2804660"/>
                    <a:pt x="1452217" y="3168982"/>
                    <a:pt x="1561911" y="3205201"/>
                  </a:cubicBezTo>
                  <a:cubicBezTo>
                    <a:pt x="1671605" y="3241420"/>
                    <a:pt x="1875568" y="2964450"/>
                    <a:pt x="2024684" y="2936753"/>
                  </a:cubicBezTo>
                  <a:cubicBezTo>
                    <a:pt x="2173799" y="2909056"/>
                    <a:pt x="2413755" y="2919709"/>
                    <a:pt x="2456604" y="3039019"/>
                  </a:cubicBezTo>
                  <a:cubicBezTo>
                    <a:pt x="2499454" y="3158329"/>
                    <a:pt x="2328056" y="3441691"/>
                    <a:pt x="2281779" y="3652614"/>
                  </a:cubicBezTo>
                  <a:cubicBezTo>
                    <a:pt x="2258641" y="3758076"/>
                    <a:pt x="2230360" y="3878984"/>
                    <a:pt x="2209150" y="3994566"/>
                  </a:cubicBezTo>
                  <a:lnTo>
                    <a:pt x="2200795" y="4050331"/>
                  </a:lnTo>
                  <a:lnTo>
                    <a:pt x="2108625" y="4099809"/>
                  </a:lnTo>
                  <a:cubicBezTo>
                    <a:pt x="1767246" y="4265157"/>
                    <a:pt x="1440017" y="4351178"/>
                    <a:pt x="1147511" y="4345769"/>
                  </a:cubicBezTo>
                  <a:lnTo>
                    <a:pt x="991131" y="4330032"/>
                  </a:lnTo>
                  <a:lnTo>
                    <a:pt x="980875" y="4253426"/>
                  </a:lnTo>
                  <a:cubicBezTo>
                    <a:pt x="974019" y="4162346"/>
                    <a:pt x="972305" y="4071265"/>
                    <a:pt x="944882" y="3997762"/>
                  </a:cubicBezTo>
                  <a:cubicBezTo>
                    <a:pt x="890035" y="3850755"/>
                    <a:pt x="800908" y="3763402"/>
                    <a:pt x="718637" y="3627048"/>
                  </a:cubicBezTo>
                  <a:cubicBezTo>
                    <a:pt x="636367" y="3490693"/>
                    <a:pt x="588376" y="3358600"/>
                    <a:pt x="451258" y="3179634"/>
                  </a:cubicBezTo>
                  <a:cubicBezTo>
                    <a:pt x="365560" y="3067781"/>
                    <a:pt x="199519" y="2955928"/>
                    <a:pt x="68628" y="2822228"/>
                  </a:cubicBezTo>
                  <a:lnTo>
                    <a:pt x="164" y="2744788"/>
                  </a:lnTo>
                  <a:lnTo>
                    <a:pt x="0" y="2723574"/>
                  </a:lnTo>
                  <a:cubicBezTo>
                    <a:pt x="24392" y="2060221"/>
                    <a:pt x="253726" y="1259404"/>
                    <a:pt x="673005" y="448159"/>
                  </a:cubicBezTo>
                  <a:close/>
                </a:path>
              </a:pathLst>
            </a:custGeom>
            <a:solidFill>
              <a:srgbClr val="3F83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260EB8-F660-445F-B1C7-FBEBEF71A88D}"/>
                </a:ext>
              </a:extLst>
            </p:cNvPr>
            <p:cNvSpPr/>
            <p:nvPr/>
          </p:nvSpPr>
          <p:spPr>
            <a:xfrm rot="20576125">
              <a:off x="5984004" y="1810917"/>
              <a:ext cx="4184109" cy="1959523"/>
            </a:xfrm>
            <a:custGeom>
              <a:avLst/>
              <a:gdLst>
                <a:gd name="connsiteX0" fmla="*/ 3652987 w 4184109"/>
                <a:gd name="connsiteY0" fmla="*/ 58889 h 1959523"/>
                <a:gd name="connsiteX1" fmla="*/ 3711226 w 4184109"/>
                <a:gd name="connsiteY1" fmla="*/ 85771 h 1959523"/>
                <a:gd name="connsiteX2" fmla="*/ 3829085 w 4184109"/>
                <a:gd name="connsiteY2" fmla="*/ 481604 h 1959523"/>
                <a:gd name="connsiteX3" fmla="*/ 3966588 w 4184109"/>
                <a:gd name="connsiteY3" fmla="*/ 926916 h 1959523"/>
                <a:gd name="connsiteX4" fmla="*/ 4134053 w 4184109"/>
                <a:gd name="connsiteY4" fmla="*/ 994998 h 1959523"/>
                <a:gd name="connsiteX5" fmla="*/ 4184109 w 4184109"/>
                <a:gd name="connsiteY5" fmla="*/ 1003279 h 1959523"/>
                <a:gd name="connsiteX6" fmla="*/ 4107225 w 4184109"/>
                <a:gd name="connsiteY6" fmla="*/ 1185526 h 1959523"/>
                <a:gd name="connsiteX7" fmla="*/ 4093877 w 4184109"/>
                <a:gd name="connsiteY7" fmla="*/ 1205198 h 1959523"/>
                <a:gd name="connsiteX8" fmla="*/ 4065724 w 4184109"/>
                <a:gd name="connsiteY8" fmla="*/ 1216382 h 1959523"/>
                <a:gd name="connsiteX9" fmla="*/ 3868372 w 4184109"/>
                <a:gd name="connsiteY9" fmla="*/ 1289763 h 1959523"/>
                <a:gd name="connsiteX10" fmla="*/ 2611209 w 4184109"/>
                <a:gd name="connsiteY10" fmla="*/ 1710336 h 1959523"/>
                <a:gd name="connsiteX11" fmla="*/ 1157615 w 4184109"/>
                <a:gd name="connsiteY11" fmla="*/ 1922169 h 1959523"/>
                <a:gd name="connsiteX12" fmla="*/ 817115 w 4184109"/>
                <a:gd name="connsiteY12" fmla="*/ 1959523 h 1959523"/>
                <a:gd name="connsiteX13" fmla="*/ 573583 w 4184109"/>
                <a:gd name="connsiteY13" fmla="*/ 1917496 h 1959523"/>
                <a:gd name="connsiteX14" fmla="*/ 186292 w 4184109"/>
                <a:gd name="connsiteY14" fmla="*/ 1829986 h 1959523"/>
                <a:gd name="connsiteX15" fmla="*/ 0 w 4184109"/>
                <a:gd name="connsiteY15" fmla="*/ 1777872 h 1959523"/>
                <a:gd name="connsiteX16" fmla="*/ 10887 w 4184109"/>
                <a:gd name="connsiteY16" fmla="*/ 1767265 h 1959523"/>
                <a:gd name="connsiteX17" fmla="*/ 745108 w 4184109"/>
                <a:gd name="connsiteY17" fmla="*/ 1265024 h 1959523"/>
                <a:gd name="connsiteX18" fmla="*/ 1334403 w 4184109"/>
                <a:gd name="connsiteY18" fmla="*/ 1108340 h 1959523"/>
                <a:gd name="connsiteX19" fmla="*/ 1589764 w 4184109"/>
                <a:gd name="connsiteY19" fmla="*/ 1034121 h 1959523"/>
                <a:gd name="connsiteX20" fmla="*/ 1295117 w 4184109"/>
                <a:gd name="connsiteY20" fmla="*/ 712507 h 1959523"/>
                <a:gd name="connsiteX21" fmla="*/ 1471905 w 4184109"/>
                <a:gd name="connsiteY21" fmla="*/ 407385 h 1959523"/>
                <a:gd name="connsiteX22" fmla="*/ 2041557 w 4184109"/>
                <a:gd name="connsiteY22" fmla="*/ 61031 h 1959523"/>
                <a:gd name="connsiteX23" fmla="*/ 2532636 w 4184109"/>
                <a:gd name="connsiteY23" fmla="*/ 151743 h 1959523"/>
                <a:gd name="connsiteX24" fmla="*/ 3043359 w 4184109"/>
                <a:gd name="connsiteY24" fmla="*/ 3305 h 1959523"/>
                <a:gd name="connsiteX25" fmla="*/ 3652987 w 4184109"/>
                <a:gd name="connsiteY25" fmla="*/ 58889 h 1959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84109" h="1959523">
                  <a:moveTo>
                    <a:pt x="3652987" y="58889"/>
                  </a:moveTo>
                  <a:cubicBezTo>
                    <a:pt x="3675214" y="66872"/>
                    <a:pt x="3694857" y="75806"/>
                    <a:pt x="3711226" y="85771"/>
                  </a:cubicBezTo>
                  <a:cubicBezTo>
                    <a:pt x="3842181" y="165487"/>
                    <a:pt x="3786525" y="341413"/>
                    <a:pt x="3829085" y="481604"/>
                  </a:cubicBezTo>
                  <a:cubicBezTo>
                    <a:pt x="3871646" y="621795"/>
                    <a:pt x="3878193" y="830707"/>
                    <a:pt x="3966588" y="926916"/>
                  </a:cubicBezTo>
                  <a:cubicBezTo>
                    <a:pt x="3999736" y="962995"/>
                    <a:pt x="4065571" y="982065"/>
                    <a:pt x="4134053" y="994998"/>
                  </a:cubicBezTo>
                  <a:lnTo>
                    <a:pt x="4184109" y="1003279"/>
                  </a:lnTo>
                  <a:lnTo>
                    <a:pt x="4107225" y="1185526"/>
                  </a:lnTo>
                  <a:lnTo>
                    <a:pt x="4093877" y="1205198"/>
                  </a:lnTo>
                  <a:lnTo>
                    <a:pt x="4065724" y="1216382"/>
                  </a:lnTo>
                  <a:cubicBezTo>
                    <a:pt x="4007307" y="1238394"/>
                    <a:pt x="3941215" y="1262619"/>
                    <a:pt x="3868372" y="1289763"/>
                  </a:cubicBezTo>
                  <a:cubicBezTo>
                    <a:pt x="3576998" y="1398343"/>
                    <a:pt x="3262708" y="1593511"/>
                    <a:pt x="2611209" y="1710336"/>
                  </a:cubicBezTo>
                  <a:cubicBezTo>
                    <a:pt x="2285460" y="1768750"/>
                    <a:pt x="1700257" y="1857399"/>
                    <a:pt x="1157615" y="1922169"/>
                  </a:cubicBezTo>
                  <a:lnTo>
                    <a:pt x="817115" y="1959523"/>
                  </a:lnTo>
                  <a:lnTo>
                    <a:pt x="573583" y="1917496"/>
                  </a:lnTo>
                  <a:cubicBezTo>
                    <a:pt x="445641" y="1892012"/>
                    <a:pt x="316421" y="1862862"/>
                    <a:pt x="186292" y="1829986"/>
                  </a:cubicBezTo>
                  <a:lnTo>
                    <a:pt x="0" y="1777872"/>
                  </a:lnTo>
                  <a:lnTo>
                    <a:pt x="10887" y="1767265"/>
                  </a:lnTo>
                  <a:cubicBezTo>
                    <a:pt x="209269" y="1588442"/>
                    <a:pt x="601877" y="1356938"/>
                    <a:pt x="745108" y="1265024"/>
                  </a:cubicBezTo>
                  <a:cubicBezTo>
                    <a:pt x="974279" y="1117961"/>
                    <a:pt x="1193627" y="1146824"/>
                    <a:pt x="1334403" y="1108340"/>
                  </a:cubicBezTo>
                  <a:cubicBezTo>
                    <a:pt x="1475179" y="1069856"/>
                    <a:pt x="1596312" y="1100093"/>
                    <a:pt x="1589764" y="1034121"/>
                  </a:cubicBezTo>
                  <a:cubicBezTo>
                    <a:pt x="1583217" y="968149"/>
                    <a:pt x="1314760" y="816963"/>
                    <a:pt x="1295117" y="712507"/>
                  </a:cubicBezTo>
                  <a:cubicBezTo>
                    <a:pt x="1275474" y="608051"/>
                    <a:pt x="1347499" y="515964"/>
                    <a:pt x="1471905" y="407385"/>
                  </a:cubicBezTo>
                  <a:cubicBezTo>
                    <a:pt x="1596312" y="298806"/>
                    <a:pt x="1864769" y="103638"/>
                    <a:pt x="2041557" y="61031"/>
                  </a:cubicBezTo>
                  <a:cubicBezTo>
                    <a:pt x="2218346" y="18424"/>
                    <a:pt x="2365669" y="161364"/>
                    <a:pt x="2532636" y="151743"/>
                  </a:cubicBezTo>
                  <a:cubicBezTo>
                    <a:pt x="2699603" y="142122"/>
                    <a:pt x="2846927" y="14301"/>
                    <a:pt x="3043359" y="3305"/>
                  </a:cubicBezTo>
                  <a:cubicBezTo>
                    <a:pt x="3215236" y="-6316"/>
                    <a:pt x="3497402" y="3005"/>
                    <a:pt x="3652987" y="58889"/>
                  </a:cubicBezTo>
                  <a:close/>
                </a:path>
              </a:pathLst>
            </a:custGeom>
            <a:solidFill>
              <a:srgbClr val="3F83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819D37-76AE-4BF0-834C-F17DE4A2FC1C}"/>
                </a:ext>
              </a:extLst>
            </p:cNvPr>
            <p:cNvSpPr/>
            <p:nvPr/>
          </p:nvSpPr>
          <p:spPr>
            <a:xfrm rot="11464910">
              <a:off x="6190360" y="329573"/>
              <a:ext cx="2365638" cy="1303283"/>
            </a:xfrm>
            <a:custGeom>
              <a:avLst/>
              <a:gdLst>
                <a:gd name="connsiteX0" fmla="*/ 2138329 w 2365638"/>
                <a:gd name="connsiteY0" fmla="*/ 1231452 h 1303283"/>
                <a:gd name="connsiteX1" fmla="*/ 1795888 w 2365638"/>
                <a:gd name="connsiteY1" fmla="*/ 1271981 h 1303283"/>
                <a:gd name="connsiteX2" fmla="*/ 16263 w 2365638"/>
                <a:gd name="connsiteY2" fmla="*/ 1200962 h 1303283"/>
                <a:gd name="connsiteX3" fmla="*/ 0 w 2365638"/>
                <a:gd name="connsiteY3" fmla="*/ 1197148 h 1303283"/>
                <a:gd name="connsiteX4" fmla="*/ 21919 w 2365638"/>
                <a:gd name="connsiteY4" fmla="*/ 1184143 h 1303283"/>
                <a:gd name="connsiteX5" fmla="*/ 307801 w 2365638"/>
                <a:gd name="connsiteY5" fmla="*/ 1108556 h 1303283"/>
                <a:gd name="connsiteX6" fmla="*/ 481480 w 2365638"/>
                <a:gd name="connsiteY6" fmla="*/ 1034323 h 1303283"/>
                <a:gd name="connsiteX7" fmla="*/ 281081 w 2365638"/>
                <a:gd name="connsiteY7" fmla="*/ 712646 h 1303283"/>
                <a:gd name="connsiteX8" fmla="*/ 401320 w 2365638"/>
                <a:gd name="connsiteY8" fmla="*/ 407465 h 1303283"/>
                <a:gd name="connsiteX9" fmla="*/ 788758 w 2365638"/>
                <a:gd name="connsiteY9" fmla="*/ 61043 h 1303283"/>
                <a:gd name="connsiteX10" fmla="*/ 1122756 w 2365638"/>
                <a:gd name="connsiteY10" fmla="*/ 151773 h 1303283"/>
                <a:gd name="connsiteX11" fmla="*/ 1470113 w 2365638"/>
                <a:gd name="connsiteY11" fmla="*/ 3306 h 1303283"/>
                <a:gd name="connsiteX12" fmla="*/ 1924350 w 2365638"/>
                <a:gd name="connsiteY12" fmla="*/ 85787 h 1303283"/>
                <a:gd name="connsiteX13" fmla="*/ 2004510 w 2365638"/>
                <a:gd name="connsiteY13" fmla="*/ 481698 h 1303283"/>
                <a:gd name="connsiteX14" fmla="*/ 2098029 w 2365638"/>
                <a:gd name="connsiteY14" fmla="*/ 927097 h 1303283"/>
                <a:gd name="connsiteX15" fmla="*/ 2365227 w 2365638"/>
                <a:gd name="connsiteY15" fmla="*/ 1059068 h 1303283"/>
                <a:gd name="connsiteX16" fmla="*/ 2165455 w 2365638"/>
                <a:gd name="connsiteY16" fmla="*/ 1216620 h 130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65638" h="1303283">
                  <a:moveTo>
                    <a:pt x="2138329" y="1231452"/>
                  </a:moveTo>
                  <a:lnTo>
                    <a:pt x="1795888" y="1271981"/>
                  </a:lnTo>
                  <a:cubicBezTo>
                    <a:pt x="1146380" y="1332029"/>
                    <a:pt x="538184" y="1304251"/>
                    <a:pt x="16263" y="1200962"/>
                  </a:cubicBezTo>
                  <a:lnTo>
                    <a:pt x="0" y="1197148"/>
                  </a:lnTo>
                  <a:lnTo>
                    <a:pt x="21919" y="1184143"/>
                  </a:lnTo>
                  <a:cubicBezTo>
                    <a:pt x="134122" y="1128404"/>
                    <a:pt x="235991" y="1137425"/>
                    <a:pt x="307801" y="1108556"/>
                  </a:cubicBezTo>
                  <a:cubicBezTo>
                    <a:pt x="403547" y="1070065"/>
                    <a:pt x="485933" y="1100308"/>
                    <a:pt x="481480" y="1034323"/>
                  </a:cubicBezTo>
                  <a:cubicBezTo>
                    <a:pt x="477026" y="968338"/>
                    <a:pt x="294441" y="817122"/>
                    <a:pt x="281081" y="712646"/>
                  </a:cubicBezTo>
                  <a:cubicBezTo>
                    <a:pt x="267721" y="608170"/>
                    <a:pt x="316708" y="516065"/>
                    <a:pt x="401320" y="407465"/>
                  </a:cubicBezTo>
                  <a:cubicBezTo>
                    <a:pt x="485933" y="298864"/>
                    <a:pt x="668519" y="103658"/>
                    <a:pt x="788758" y="61043"/>
                  </a:cubicBezTo>
                  <a:cubicBezTo>
                    <a:pt x="908997" y="18428"/>
                    <a:pt x="1009196" y="161395"/>
                    <a:pt x="1122756" y="151773"/>
                  </a:cubicBezTo>
                  <a:cubicBezTo>
                    <a:pt x="1236315" y="142150"/>
                    <a:pt x="1336514" y="14304"/>
                    <a:pt x="1470113" y="3306"/>
                  </a:cubicBezTo>
                  <a:cubicBezTo>
                    <a:pt x="1603712" y="-7691"/>
                    <a:pt x="1835284" y="6055"/>
                    <a:pt x="1924350" y="85787"/>
                  </a:cubicBezTo>
                  <a:cubicBezTo>
                    <a:pt x="2013416" y="165519"/>
                    <a:pt x="1975563" y="341480"/>
                    <a:pt x="2004510" y="481698"/>
                  </a:cubicBezTo>
                  <a:cubicBezTo>
                    <a:pt x="2033456" y="621916"/>
                    <a:pt x="2037910" y="830869"/>
                    <a:pt x="2098029" y="927097"/>
                  </a:cubicBezTo>
                  <a:cubicBezTo>
                    <a:pt x="2158149" y="1023326"/>
                    <a:pt x="2376360" y="998581"/>
                    <a:pt x="2365227" y="1059068"/>
                  </a:cubicBezTo>
                  <a:cubicBezTo>
                    <a:pt x="2356877" y="1104432"/>
                    <a:pt x="2284650" y="1150570"/>
                    <a:pt x="2165455" y="1216620"/>
                  </a:cubicBezTo>
                  <a:close/>
                </a:path>
              </a:pathLst>
            </a:custGeom>
            <a:solidFill>
              <a:srgbClr val="3F83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E895F0B-300A-43DF-BA8B-6B3A4644FFFA}"/>
                </a:ext>
              </a:extLst>
            </p:cNvPr>
            <p:cNvSpPr/>
            <p:nvPr/>
          </p:nvSpPr>
          <p:spPr>
            <a:xfrm>
              <a:off x="2108521" y="214393"/>
              <a:ext cx="7974957" cy="3958541"/>
            </a:xfrm>
            <a:prstGeom prst="ellipse">
              <a:avLst/>
            </a:prstGeom>
            <a:noFill/>
            <a:ln w="53975">
              <a:gradFill>
                <a:gsLst>
                  <a:gs pos="0">
                    <a:srgbClr val="410A09"/>
                  </a:gs>
                  <a:gs pos="90000">
                    <a:srgbClr val="774B60"/>
                  </a:gs>
                </a:gsLst>
                <a:lin ang="2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9EBC9-D4A9-4612-A65B-A1174FEC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710" y="-38027"/>
            <a:ext cx="8047238" cy="4124682"/>
          </a:xfrm>
        </p:spPr>
        <p:txBody>
          <a:bodyPr anchor="ctr">
            <a:normAutofit/>
          </a:bodyPr>
          <a:lstStyle/>
          <a:p>
            <a:r>
              <a:rPr lang="ru-RU" sz="5000" dirty="0">
                <a:solidFill>
                  <a:schemeClr val="bg1"/>
                </a:solidFill>
                <a:latin typeface="Ubuntu" panose="020B0504030602030204" pitchFamily="34" charset="0"/>
              </a:rPr>
              <a:t>Спасибо за внимание!</a:t>
            </a:r>
            <a:endParaRPr lang="en-US" sz="50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08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</TotalTime>
  <Words>2631</Words>
  <Application>Microsoft Office PowerPoint</Application>
  <PresentationFormat>Widescreen</PresentationFormat>
  <Paragraphs>172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Ubuntu Light</vt:lpstr>
      <vt:lpstr>Calibri Light</vt:lpstr>
      <vt:lpstr>Calibri</vt:lpstr>
      <vt:lpstr>Ubuntu</vt:lpstr>
      <vt:lpstr>Office Theme</vt:lpstr>
      <vt:lpstr>Сравнительный анализ систем сборки современного программного обеспечения</vt:lpstr>
      <vt:lpstr>Содержание</vt:lpstr>
      <vt:lpstr>Введение</vt:lpstr>
      <vt:lpstr>Программное обеспечение  и его разработка</vt:lpstr>
      <vt:lpstr>Языки программирования</vt:lpstr>
      <vt:lpstr>Языки программирования</vt:lpstr>
      <vt:lpstr>Системы сборки ПО</vt:lpstr>
      <vt:lpstr>GNU Make</vt:lpstr>
      <vt:lpstr>GNU Autotools</vt:lpstr>
      <vt:lpstr>CMake</vt:lpstr>
      <vt:lpstr>Ninja</vt:lpstr>
      <vt:lpstr>Meson</vt:lpstr>
      <vt:lpstr>Введение к проекту</vt:lpstr>
      <vt:lpstr>Создание программы-архиватора</vt:lpstr>
      <vt:lpstr>Создание программы-архиватора</vt:lpstr>
      <vt:lpstr>Создание программы-архиватора</vt:lpstr>
      <vt:lpstr>Создание программы-архиватора</vt:lpstr>
      <vt:lpstr>Настройка CMake</vt:lpstr>
      <vt:lpstr>Настройка CMake</vt:lpstr>
      <vt:lpstr>Настройка CMake</vt:lpstr>
      <vt:lpstr>Настройка Meson</vt:lpstr>
      <vt:lpstr>Настройка GNU Autotools</vt:lpstr>
      <vt:lpstr>Тестирование</vt:lpstr>
      <vt:lpstr>Литература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Darum</dc:creator>
  <cp:lastModifiedBy>Darum</cp:lastModifiedBy>
  <cp:revision>159</cp:revision>
  <dcterms:created xsi:type="dcterms:W3CDTF">2026-06-25T06:40:57Z</dcterms:created>
  <dcterms:modified xsi:type="dcterms:W3CDTF">2026-06-28T10:38:45Z</dcterms:modified>
</cp:coreProperties>
</file>